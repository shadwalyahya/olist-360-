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8"/>
  </p:notesMasterIdLst>
  <p:sldIdLst>
    <p:sldId id="256" r:id="rId2"/>
    <p:sldId id="259" r:id="rId3"/>
    <p:sldId id="268" r:id="rId4"/>
    <p:sldId id="278" r:id="rId5"/>
    <p:sldId id="279" r:id="rId6"/>
    <p:sldId id="280" r:id="rId7"/>
  </p:sldIdLst>
  <p:sldSz cx="9144000" cy="5143500" type="screen16x9"/>
  <p:notesSz cx="6858000" cy="9144000"/>
  <p:embeddedFontLst>
    <p:embeddedFont>
      <p:font typeface="Lato" panose="020B0604020202020204" charset="0"/>
      <p:regular r:id="rId9"/>
      <p:bold r:id="rId10"/>
      <p:italic r:id="rId11"/>
      <p:boldItalic r:id="rId12"/>
    </p:embeddedFont>
    <p:embeddedFont>
      <p:font typeface="Outfit ExtraBold" panose="020B0604020202020204" charset="0"/>
      <p:bold r:id="rId13"/>
    </p:embeddedFont>
    <p:embeddedFont>
      <p:font typeface="Outfit"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2E25AB9-6ADB-49B1-B9D3-45D287537937}">
  <a:tblStyle styleId="{C2E25AB9-6ADB-49B1-B9D3-45D28753793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D60741-59E6-4595-8A42-0098BB63D7BE}"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8" d="100"/>
          <a:sy n="78" d="100"/>
        </p:scale>
        <p:origin x="724"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5"/>
        <p:cNvGrpSpPr/>
        <p:nvPr/>
      </p:nvGrpSpPr>
      <p:grpSpPr>
        <a:xfrm>
          <a:off x="0" y="0"/>
          <a:ext cx="0" cy="0"/>
          <a:chOff x="0" y="0"/>
          <a:chExt cx="0" cy="0"/>
        </a:xfrm>
      </p:grpSpPr>
      <p:sp>
        <p:nvSpPr>
          <p:cNvPr id="2586" name="Google Shape;258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7" name="Google Shape;258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p:cNvGrpSpPr/>
        <p:nvPr/>
      </p:nvGrpSpPr>
      <p:grpSpPr>
        <a:xfrm>
          <a:off x="0" y="0"/>
          <a:ext cx="0" cy="0"/>
          <a:chOff x="0" y="0"/>
          <a:chExt cx="0" cy="0"/>
        </a:xfrm>
      </p:grpSpPr>
      <p:sp>
        <p:nvSpPr>
          <p:cNvPr id="2618" name="Google Shape;2618;g1f2e6270ebd_0_4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9" name="Google Shape;2619;g1f2e6270ebd_0_4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5"/>
        <p:cNvGrpSpPr/>
        <p:nvPr/>
      </p:nvGrpSpPr>
      <p:grpSpPr>
        <a:xfrm>
          <a:off x="0" y="0"/>
          <a:ext cx="0" cy="0"/>
          <a:chOff x="0" y="0"/>
          <a:chExt cx="0" cy="0"/>
        </a:xfrm>
      </p:grpSpPr>
      <p:sp>
        <p:nvSpPr>
          <p:cNvPr id="3256" name="Google Shape;3256;g1f2e6270ebd_0_47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7" name="Google Shape;3257;g1f2e6270ebd_0_4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p:cNvGrpSpPr/>
        <p:nvPr/>
      </p:nvGrpSpPr>
      <p:grpSpPr>
        <a:xfrm>
          <a:off x="0" y="0"/>
          <a:ext cx="0" cy="0"/>
          <a:chOff x="0" y="0"/>
          <a:chExt cx="0" cy="0"/>
        </a:xfrm>
      </p:grpSpPr>
      <p:sp>
        <p:nvSpPr>
          <p:cNvPr id="2618" name="Google Shape;2618;g1f2e6270ebd_0_4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9" name="Google Shape;2619;g1f2e6270ebd_0_4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8895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p:cNvGrpSpPr/>
        <p:nvPr/>
      </p:nvGrpSpPr>
      <p:grpSpPr>
        <a:xfrm>
          <a:off x="0" y="0"/>
          <a:ext cx="0" cy="0"/>
          <a:chOff x="0" y="0"/>
          <a:chExt cx="0" cy="0"/>
        </a:xfrm>
      </p:grpSpPr>
      <p:sp>
        <p:nvSpPr>
          <p:cNvPr id="2618" name="Google Shape;2618;g1f2e6270ebd_0_4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9" name="Google Shape;2619;g1f2e6270ebd_0_4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10783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7"/>
        <p:cNvGrpSpPr/>
        <p:nvPr/>
      </p:nvGrpSpPr>
      <p:grpSpPr>
        <a:xfrm>
          <a:off x="0" y="0"/>
          <a:ext cx="0" cy="0"/>
          <a:chOff x="0" y="0"/>
          <a:chExt cx="0" cy="0"/>
        </a:xfrm>
      </p:grpSpPr>
      <p:sp>
        <p:nvSpPr>
          <p:cNvPr id="2618" name="Google Shape;2618;g1f2e6270ebd_0_4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9" name="Google Shape;2619;g1f2e6270ebd_0_4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83044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0" y="0"/>
            <a:ext cx="9143995" cy="5143491"/>
            <a:chOff x="0" y="0"/>
            <a:chExt cx="9143995" cy="5143491"/>
          </a:xfrm>
        </p:grpSpPr>
        <p:sp>
          <p:nvSpPr>
            <p:cNvPr id="10" name="Google Shape;10;p2"/>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1" name="Google Shape;11;p2"/>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 name="Google Shape;12;p2"/>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3" name="Google Shape;13;p2"/>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4" name="Google Shape;14;p2"/>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5" name="Google Shape;15;p2"/>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6" name="Google Shape;16;p2"/>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 name="Google Shape;17;p2"/>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 name="Google Shape;18;p2"/>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9" name="Google Shape;19;p2"/>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0" name="Google Shape;20;p2"/>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1" name="Google Shape;21;p2"/>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 name="Google Shape;22;p2"/>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 name="Google Shape;23;p2"/>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 name="Google Shape;24;p2"/>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 name="Google Shape;25;p2"/>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6" name="Google Shape;26;p2"/>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7" name="Google Shape;27;p2"/>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8" name="Google Shape;28;p2"/>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9" name="Google Shape;29;p2"/>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0" name="Google Shape;30;p2"/>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1" name="Google Shape;31;p2"/>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2" name="Google Shape;32;p2"/>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3" name="Google Shape;33;p2"/>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4" name="Google Shape;34;p2"/>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5" name="Google Shape;35;p2"/>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6" name="Google Shape;36;p2"/>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7" name="Google Shape;37;p2"/>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8" name="Google Shape;38;p2"/>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39" name="Google Shape;39;p2"/>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0" name="Google Shape;40;p2"/>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1" name="Google Shape;41;p2"/>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2" name="Google Shape;42;p2"/>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3" name="Google Shape;43;p2"/>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4" name="Google Shape;44;p2"/>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5" name="Google Shape;45;p2"/>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6" name="Google Shape;46;p2"/>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7" name="Google Shape;47;p2"/>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 name="Google Shape;48;p2"/>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 name="Google Shape;49;p2"/>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 name="Google Shape;50;p2"/>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 name="Google Shape;51;p2"/>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 name="Google Shape;52;p2"/>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 name="Google Shape;53;p2"/>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 name="Google Shape;54;p2"/>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 name="Google Shape;55;p2"/>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 name="Google Shape;56;p2"/>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 name="Google Shape;57;p2"/>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8" name="Google Shape;58;p2"/>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9" name="Google Shape;59;p2"/>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0" name="Google Shape;60;p2"/>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1" name="Google Shape;61;p2"/>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2" name="Google Shape;62;p2"/>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3" name="Google Shape;63;p2"/>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4" name="Google Shape;64;p2"/>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5" name="Google Shape;65;p2"/>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6" name="Google Shape;66;p2"/>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7" name="Google Shape;67;p2"/>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8" name="Google Shape;68;p2"/>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69" name="Google Shape;69;p2"/>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0" name="Google Shape;70;p2"/>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1" name="Google Shape;71;p2"/>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2" name="Google Shape;72;p2"/>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3" name="Google Shape;73;p2"/>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4" name="Google Shape;74;p2"/>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5" name="Google Shape;75;p2"/>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6" name="Google Shape;76;p2"/>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7" name="Google Shape;77;p2"/>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8" name="Google Shape;78;p2"/>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79" name="Google Shape;79;p2"/>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0" name="Google Shape;80;p2"/>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1" name="Google Shape;81;p2"/>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2" name="Google Shape;82;p2"/>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3" name="Google Shape;83;p2"/>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4" name="Google Shape;84;p2"/>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5" name="Google Shape;85;p2"/>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6" name="Google Shape;86;p2"/>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7" name="Google Shape;87;p2"/>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 name="Google Shape;88;p2"/>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 name="Google Shape;89;p2"/>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 name="Google Shape;90;p2"/>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 name="Google Shape;91;p2"/>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 name="Google Shape;92;p2"/>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 name="Google Shape;93;p2"/>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 name="Google Shape;94;p2"/>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 name="Google Shape;95;p2"/>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 name="Google Shape;96;p2"/>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 name="Google Shape;97;p2"/>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8" name="Google Shape;98;p2"/>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9" name="Google Shape;99;p2"/>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0" name="Google Shape;100;p2"/>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01" name="Google Shape;101;p2"/>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102" name="Google Shape;102;p2"/>
          <p:cNvGrpSpPr/>
          <p:nvPr/>
        </p:nvGrpSpPr>
        <p:grpSpPr>
          <a:xfrm rot="10800000">
            <a:off x="711299" y="4"/>
            <a:ext cx="7721361" cy="453231"/>
            <a:chOff x="713261" y="4150779"/>
            <a:chExt cx="7721361" cy="453231"/>
          </a:xfrm>
        </p:grpSpPr>
        <p:grpSp>
          <p:nvGrpSpPr>
            <p:cNvPr id="103" name="Google Shape;103;p2"/>
            <p:cNvGrpSpPr/>
            <p:nvPr/>
          </p:nvGrpSpPr>
          <p:grpSpPr>
            <a:xfrm>
              <a:off x="713261" y="4150779"/>
              <a:ext cx="4528741" cy="453231"/>
              <a:chOff x="2226811" y="890954"/>
              <a:chExt cx="4528741" cy="453231"/>
            </a:xfrm>
          </p:grpSpPr>
          <p:sp>
            <p:nvSpPr>
              <p:cNvPr id="104" name="Google Shape;104;p2"/>
              <p:cNvSpPr/>
              <p:nvPr/>
            </p:nvSpPr>
            <p:spPr>
              <a:xfrm>
                <a:off x="3450556" y="1155076"/>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5" name="Google Shape;105;p2"/>
              <p:cNvSpPr/>
              <p:nvPr/>
            </p:nvSpPr>
            <p:spPr>
              <a:xfrm>
                <a:off x="3909737" y="1006185"/>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 name="Google Shape;106;p2"/>
              <p:cNvSpPr/>
              <p:nvPr/>
            </p:nvSpPr>
            <p:spPr>
              <a:xfrm>
                <a:off x="4521241" y="890954"/>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 name="Google Shape;107;p2"/>
              <p:cNvSpPr/>
              <p:nvPr/>
            </p:nvSpPr>
            <p:spPr>
              <a:xfrm>
                <a:off x="5439602" y="960042"/>
                <a:ext cx="92205"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 name="Google Shape;108;p2"/>
              <p:cNvSpPr/>
              <p:nvPr/>
            </p:nvSpPr>
            <p:spPr>
              <a:xfrm>
                <a:off x="4827361" y="1080063"/>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 name="Google Shape;109;p2"/>
              <p:cNvSpPr/>
              <p:nvPr/>
            </p:nvSpPr>
            <p:spPr>
              <a:xfrm>
                <a:off x="3297865"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 name="Google Shape;110;p2"/>
              <p:cNvSpPr/>
              <p:nvPr/>
            </p:nvSpPr>
            <p:spPr>
              <a:xfrm>
                <a:off x="3756677"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 name="Google Shape;111;p2"/>
              <p:cNvSpPr/>
              <p:nvPr/>
            </p:nvSpPr>
            <p:spPr>
              <a:xfrm>
                <a:off x="4368549" y="1066573"/>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2" name="Google Shape;112;p2"/>
              <p:cNvSpPr/>
              <p:nvPr/>
            </p:nvSpPr>
            <p:spPr>
              <a:xfrm>
                <a:off x="5133482" y="1222651"/>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3" name="Google Shape;113;p2"/>
              <p:cNvSpPr/>
              <p:nvPr/>
            </p:nvSpPr>
            <p:spPr>
              <a:xfrm>
                <a:off x="5898415" y="1283418"/>
                <a:ext cx="92205"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 name="Google Shape;114;p2"/>
              <p:cNvSpPr/>
              <p:nvPr/>
            </p:nvSpPr>
            <p:spPr>
              <a:xfrm>
                <a:off x="5745354" y="1188738"/>
                <a:ext cx="92205"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 name="Google Shape;115;p2"/>
              <p:cNvSpPr/>
              <p:nvPr/>
            </p:nvSpPr>
            <p:spPr>
              <a:xfrm>
                <a:off x="6510287" y="121521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 name="Google Shape;116;p2"/>
              <p:cNvSpPr/>
              <p:nvPr/>
            </p:nvSpPr>
            <p:spPr>
              <a:xfrm>
                <a:off x="6357595" y="1255556"/>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 name="Google Shape;117;p2"/>
              <p:cNvSpPr/>
              <p:nvPr/>
            </p:nvSpPr>
            <p:spPr>
              <a:xfrm>
                <a:off x="6663347" y="1236897"/>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 name="Google Shape;118;p2"/>
              <p:cNvSpPr/>
              <p:nvPr/>
            </p:nvSpPr>
            <p:spPr>
              <a:xfrm>
                <a:off x="6204535" y="1126710"/>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 name="Google Shape;119;p2"/>
              <p:cNvSpPr/>
              <p:nvPr/>
            </p:nvSpPr>
            <p:spPr>
              <a:xfrm>
                <a:off x="5286542" y="1168692"/>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 name="Google Shape;120;p2"/>
              <p:cNvSpPr/>
              <p:nvPr/>
            </p:nvSpPr>
            <p:spPr>
              <a:xfrm>
                <a:off x="4062797"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 name="Google Shape;121;p2"/>
              <p:cNvSpPr/>
              <p:nvPr/>
            </p:nvSpPr>
            <p:spPr>
              <a:xfrm>
                <a:off x="2991744"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 name="Google Shape;122;p2"/>
              <p:cNvSpPr/>
              <p:nvPr/>
            </p:nvSpPr>
            <p:spPr>
              <a:xfrm>
                <a:off x="2685624" y="1247992"/>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 name="Google Shape;123;p2"/>
              <p:cNvSpPr/>
              <p:nvPr/>
            </p:nvSpPr>
            <p:spPr>
              <a:xfrm>
                <a:off x="2379503" y="1248118"/>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 name="Google Shape;124;p2"/>
              <p:cNvSpPr/>
              <p:nvPr/>
            </p:nvSpPr>
            <p:spPr>
              <a:xfrm>
                <a:off x="2532563" y="1183569"/>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 name="Google Shape;125;p2"/>
              <p:cNvSpPr/>
              <p:nvPr/>
            </p:nvSpPr>
            <p:spPr>
              <a:xfrm>
                <a:off x="3144804"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6" name="Google Shape;126;p2"/>
              <p:cNvSpPr/>
              <p:nvPr/>
            </p:nvSpPr>
            <p:spPr>
              <a:xfrm>
                <a:off x="3603617" y="1283040"/>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7" name="Google Shape;127;p2"/>
              <p:cNvSpPr/>
              <p:nvPr/>
            </p:nvSpPr>
            <p:spPr>
              <a:xfrm>
                <a:off x="4215858"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128;p2"/>
              <p:cNvSpPr/>
              <p:nvPr/>
            </p:nvSpPr>
            <p:spPr>
              <a:xfrm>
                <a:off x="4980422" y="1114481"/>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129;p2"/>
              <p:cNvSpPr/>
              <p:nvPr/>
            </p:nvSpPr>
            <p:spPr>
              <a:xfrm>
                <a:off x="4674301"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 name="Google Shape;130;p2"/>
              <p:cNvSpPr/>
              <p:nvPr/>
            </p:nvSpPr>
            <p:spPr>
              <a:xfrm>
                <a:off x="5592294" y="1306111"/>
                <a:ext cx="92574"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 name="Google Shape;131;p2"/>
              <p:cNvSpPr/>
              <p:nvPr/>
            </p:nvSpPr>
            <p:spPr>
              <a:xfrm>
                <a:off x="6051475"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132;p2"/>
              <p:cNvSpPr/>
              <p:nvPr/>
            </p:nvSpPr>
            <p:spPr>
              <a:xfrm>
                <a:off x="2838684" y="1313676"/>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133;p2"/>
              <p:cNvSpPr/>
              <p:nvPr/>
            </p:nvSpPr>
            <p:spPr>
              <a:xfrm>
                <a:off x="2226811" y="1105404"/>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34" name="Google Shape;134;p2"/>
            <p:cNvGrpSpPr/>
            <p:nvPr/>
          </p:nvGrpSpPr>
          <p:grpSpPr>
            <a:xfrm>
              <a:off x="5301739" y="4150779"/>
              <a:ext cx="3132883" cy="453231"/>
              <a:chOff x="5301739" y="4150779"/>
              <a:chExt cx="3132883" cy="453231"/>
            </a:xfrm>
          </p:grpSpPr>
          <p:sp>
            <p:nvSpPr>
              <p:cNvPr id="135" name="Google Shape;135;p2"/>
              <p:cNvSpPr/>
              <p:nvPr/>
            </p:nvSpPr>
            <p:spPr>
              <a:xfrm>
                <a:off x="6517641" y="4414901"/>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136;p2"/>
              <p:cNvSpPr/>
              <p:nvPr/>
            </p:nvSpPr>
            <p:spPr>
              <a:xfrm>
                <a:off x="6974204" y="4266010"/>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137;p2"/>
              <p:cNvSpPr/>
              <p:nvPr/>
            </p:nvSpPr>
            <p:spPr>
              <a:xfrm>
                <a:off x="7582340" y="4150779"/>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138;p2"/>
              <p:cNvSpPr/>
              <p:nvPr/>
            </p:nvSpPr>
            <p:spPr>
              <a:xfrm>
                <a:off x="7886592" y="4339888"/>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 name="Google Shape;139;p2"/>
              <p:cNvSpPr/>
              <p:nvPr/>
            </p:nvSpPr>
            <p:spPr>
              <a:xfrm>
                <a:off x="6365700"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 name="Google Shape;140;p2"/>
              <p:cNvSpPr/>
              <p:nvPr/>
            </p:nvSpPr>
            <p:spPr>
              <a:xfrm>
                <a:off x="6822262"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 name="Google Shape;141;p2"/>
              <p:cNvSpPr/>
              <p:nvPr/>
            </p:nvSpPr>
            <p:spPr>
              <a:xfrm>
                <a:off x="7430029" y="4326398"/>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2" name="Google Shape;142;p2"/>
              <p:cNvSpPr/>
              <p:nvPr/>
            </p:nvSpPr>
            <p:spPr>
              <a:xfrm>
                <a:off x="8190475" y="4482476"/>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3" name="Google Shape;143;p2"/>
              <p:cNvSpPr/>
              <p:nvPr/>
            </p:nvSpPr>
            <p:spPr>
              <a:xfrm>
                <a:off x="8342417" y="4428517"/>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4" name="Google Shape;144;p2"/>
              <p:cNvSpPr/>
              <p:nvPr/>
            </p:nvSpPr>
            <p:spPr>
              <a:xfrm>
                <a:off x="7126146"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 name="Google Shape;145;p2"/>
              <p:cNvSpPr/>
              <p:nvPr/>
            </p:nvSpPr>
            <p:spPr>
              <a:xfrm>
                <a:off x="6061816"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 name="Google Shape;146;p2"/>
              <p:cNvSpPr/>
              <p:nvPr/>
            </p:nvSpPr>
            <p:spPr>
              <a:xfrm>
                <a:off x="5757933" y="4507817"/>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 name="Google Shape;147;p2"/>
              <p:cNvSpPr/>
              <p:nvPr/>
            </p:nvSpPr>
            <p:spPr>
              <a:xfrm>
                <a:off x="5453681" y="4507943"/>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 name="Google Shape;148;p2"/>
              <p:cNvSpPr/>
              <p:nvPr/>
            </p:nvSpPr>
            <p:spPr>
              <a:xfrm>
                <a:off x="5605991" y="4443394"/>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 name="Google Shape;149;p2"/>
              <p:cNvSpPr/>
              <p:nvPr/>
            </p:nvSpPr>
            <p:spPr>
              <a:xfrm>
                <a:off x="621375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 name="Google Shape;150;p2"/>
              <p:cNvSpPr/>
              <p:nvPr/>
            </p:nvSpPr>
            <p:spPr>
              <a:xfrm>
                <a:off x="6669952" y="4542865"/>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 name="Google Shape;151;p2"/>
              <p:cNvSpPr/>
              <p:nvPr/>
            </p:nvSpPr>
            <p:spPr>
              <a:xfrm>
                <a:off x="727808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 name="Google Shape;152;p2"/>
              <p:cNvSpPr/>
              <p:nvPr/>
            </p:nvSpPr>
            <p:spPr>
              <a:xfrm>
                <a:off x="8038534" y="4374306"/>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 name="Google Shape;153;p2"/>
              <p:cNvSpPr/>
              <p:nvPr/>
            </p:nvSpPr>
            <p:spPr>
              <a:xfrm>
                <a:off x="7734650" y="4565936"/>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 name="Google Shape;154;p2"/>
              <p:cNvSpPr/>
              <p:nvPr/>
            </p:nvSpPr>
            <p:spPr>
              <a:xfrm>
                <a:off x="5909875" y="4573501"/>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 name="Google Shape;155;p2"/>
              <p:cNvSpPr/>
              <p:nvPr/>
            </p:nvSpPr>
            <p:spPr>
              <a:xfrm>
                <a:off x="5301739" y="4365229"/>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grpSp>
        <p:nvGrpSpPr>
          <p:cNvPr id="156" name="Google Shape;156;p2"/>
          <p:cNvGrpSpPr/>
          <p:nvPr/>
        </p:nvGrpSpPr>
        <p:grpSpPr>
          <a:xfrm>
            <a:off x="711324" y="4690279"/>
            <a:ext cx="7721361" cy="453231"/>
            <a:chOff x="713261" y="4150779"/>
            <a:chExt cx="7721361" cy="453231"/>
          </a:xfrm>
        </p:grpSpPr>
        <p:grpSp>
          <p:nvGrpSpPr>
            <p:cNvPr id="157" name="Google Shape;157;p2"/>
            <p:cNvGrpSpPr/>
            <p:nvPr/>
          </p:nvGrpSpPr>
          <p:grpSpPr>
            <a:xfrm>
              <a:off x="713261" y="4150779"/>
              <a:ext cx="4528741" cy="453231"/>
              <a:chOff x="2226811" y="890954"/>
              <a:chExt cx="4528741" cy="453231"/>
            </a:xfrm>
          </p:grpSpPr>
          <p:sp>
            <p:nvSpPr>
              <p:cNvPr id="158" name="Google Shape;158;p2"/>
              <p:cNvSpPr/>
              <p:nvPr/>
            </p:nvSpPr>
            <p:spPr>
              <a:xfrm>
                <a:off x="3450556" y="1155076"/>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9" name="Google Shape;159;p2"/>
              <p:cNvSpPr/>
              <p:nvPr/>
            </p:nvSpPr>
            <p:spPr>
              <a:xfrm>
                <a:off x="3909737" y="1006185"/>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0" name="Google Shape;160;p2"/>
              <p:cNvSpPr/>
              <p:nvPr/>
            </p:nvSpPr>
            <p:spPr>
              <a:xfrm>
                <a:off x="4521241" y="890954"/>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1" name="Google Shape;161;p2"/>
              <p:cNvSpPr/>
              <p:nvPr/>
            </p:nvSpPr>
            <p:spPr>
              <a:xfrm>
                <a:off x="5439602" y="960042"/>
                <a:ext cx="92205"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2" name="Google Shape;162;p2"/>
              <p:cNvSpPr/>
              <p:nvPr/>
            </p:nvSpPr>
            <p:spPr>
              <a:xfrm>
                <a:off x="4827361" y="1080063"/>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3" name="Google Shape;163;p2"/>
              <p:cNvSpPr/>
              <p:nvPr/>
            </p:nvSpPr>
            <p:spPr>
              <a:xfrm>
                <a:off x="3297865"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4" name="Google Shape;164;p2"/>
              <p:cNvSpPr/>
              <p:nvPr/>
            </p:nvSpPr>
            <p:spPr>
              <a:xfrm>
                <a:off x="3756677"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5" name="Google Shape;165;p2"/>
              <p:cNvSpPr/>
              <p:nvPr/>
            </p:nvSpPr>
            <p:spPr>
              <a:xfrm>
                <a:off x="4368549" y="1066573"/>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6" name="Google Shape;166;p2"/>
              <p:cNvSpPr/>
              <p:nvPr/>
            </p:nvSpPr>
            <p:spPr>
              <a:xfrm>
                <a:off x="5133482" y="1222651"/>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7" name="Google Shape;167;p2"/>
              <p:cNvSpPr/>
              <p:nvPr/>
            </p:nvSpPr>
            <p:spPr>
              <a:xfrm>
                <a:off x="5898415" y="1283418"/>
                <a:ext cx="92205"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8" name="Google Shape;168;p2"/>
              <p:cNvSpPr/>
              <p:nvPr/>
            </p:nvSpPr>
            <p:spPr>
              <a:xfrm>
                <a:off x="5745354" y="1188738"/>
                <a:ext cx="92205"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69" name="Google Shape;169;p2"/>
              <p:cNvSpPr/>
              <p:nvPr/>
            </p:nvSpPr>
            <p:spPr>
              <a:xfrm>
                <a:off x="6510287" y="1215213"/>
                <a:ext cx="92574"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0" name="Google Shape;170;p2"/>
              <p:cNvSpPr/>
              <p:nvPr/>
            </p:nvSpPr>
            <p:spPr>
              <a:xfrm>
                <a:off x="6357595" y="1255556"/>
                <a:ext cx="92205"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1" name="Google Shape;171;p2"/>
              <p:cNvSpPr/>
              <p:nvPr/>
            </p:nvSpPr>
            <p:spPr>
              <a:xfrm>
                <a:off x="6663347" y="1236897"/>
                <a:ext cx="92205"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2" name="Google Shape;172;p2"/>
              <p:cNvSpPr/>
              <p:nvPr/>
            </p:nvSpPr>
            <p:spPr>
              <a:xfrm>
                <a:off x="6204535" y="1126710"/>
                <a:ext cx="92205"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3" name="Google Shape;173;p2"/>
              <p:cNvSpPr/>
              <p:nvPr/>
            </p:nvSpPr>
            <p:spPr>
              <a:xfrm>
                <a:off x="5286542" y="1168692"/>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4" name="Google Shape;174;p2"/>
              <p:cNvSpPr/>
              <p:nvPr/>
            </p:nvSpPr>
            <p:spPr>
              <a:xfrm>
                <a:off x="4062797" y="1196806"/>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5" name="Google Shape;175;p2"/>
              <p:cNvSpPr/>
              <p:nvPr/>
            </p:nvSpPr>
            <p:spPr>
              <a:xfrm>
                <a:off x="2991744" y="1196932"/>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6" name="Google Shape;176;p2"/>
              <p:cNvSpPr/>
              <p:nvPr/>
            </p:nvSpPr>
            <p:spPr>
              <a:xfrm>
                <a:off x="2685624" y="1247992"/>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7" name="Google Shape;177;p2"/>
              <p:cNvSpPr/>
              <p:nvPr/>
            </p:nvSpPr>
            <p:spPr>
              <a:xfrm>
                <a:off x="2379503" y="1248118"/>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8" name="Google Shape;178;p2"/>
              <p:cNvSpPr/>
              <p:nvPr/>
            </p:nvSpPr>
            <p:spPr>
              <a:xfrm>
                <a:off x="2532563" y="1183569"/>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79" name="Google Shape;179;p2"/>
              <p:cNvSpPr/>
              <p:nvPr/>
            </p:nvSpPr>
            <p:spPr>
              <a:xfrm>
                <a:off x="3144804"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0" name="Google Shape;180;p2"/>
              <p:cNvSpPr/>
              <p:nvPr/>
            </p:nvSpPr>
            <p:spPr>
              <a:xfrm>
                <a:off x="3603617" y="1283040"/>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 name="Google Shape;181;p2"/>
              <p:cNvSpPr/>
              <p:nvPr/>
            </p:nvSpPr>
            <p:spPr>
              <a:xfrm>
                <a:off x="4215858" y="1283040"/>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 name="Google Shape;182;p2"/>
              <p:cNvSpPr/>
              <p:nvPr/>
            </p:nvSpPr>
            <p:spPr>
              <a:xfrm>
                <a:off x="4980422" y="1114481"/>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 name="Google Shape;183;p2"/>
              <p:cNvSpPr/>
              <p:nvPr/>
            </p:nvSpPr>
            <p:spPr>
              <a:xfrm>
                <a:off x="4674301"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 name="Google Shape;184;p2"/>
              <p:cNvSpPr/>
              <p:nvPr/>
            </p:nvSpPr>
            <p:spPr>
              <a:xfrm>
                <a:off x="5592294" y="1306111"/>
                <a:ext cx="92574"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 name="Google Shape;185;p2"/>
              <p:cNvSpPr/>
              <p:nvPr/>
            </p:nvSpPr>
            <p:spPr>
              <a:xfrm>
                <a:off x="6051475" y="1306111"/>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 name="Google Shape;186;p2"/>
              <p:cNvSpPr/>
              <p:nvPr/>
            </p:nvSpPr>
            <p:spPr>
              <a:xfrm>
                <a:off x="2838684" y="1313676"/>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 name="Google Shape;187;p2"/>
              <p:cNvSpPr/>
              <p:nvPr/>
            </p:nvSpPr>
            <p:spPr>
              <a:xfrm>
                <a:off x="2226811" y="1105404"/>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8" name="Google Shape;188;p2"/>
            <p:cNvGrpSpPr/>
            <p:nvPr/>
          </p:nvGrpSpPr>
          <p:grpSpPr>
            <a:xfrm>
              <a:off x="5301739" y="4150779"/>
              <a:ext cx="3132883" cy="453231"/>
              <a:chOff x="5301739" y="4150779"/>
              <a:chExt cx="3132883" cy="453231"/>
            </a:xfrm>
          </p:grpSpPr>
          <p:sp>
            <p:nvSpPr>
              <p:cNvPr id="189" name="Google Shape;189;p2"/>
              <p:cNvSpPr/>
              <p:nvPr/>
            </p:nvSpPr>
            <p:spPr>
              <a:xfrm>
                <a:off x="6517641" y="4414901"/>
                <a:ext cx="92574"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0" name="Google Shape;190;p2"/>
              <p:cNvSpPr/>
              <p:nvPr/>
            </p:nvSpPr>
            <p:spPr>
              <a:xfrm>
                <a:off x="6974204" y="4266010"/>
                <a:ext cx="92205"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1" name="Google Shape;191;p2"/>
              <p:cNvSpPr/>
              <p:nvPr/>
            </p:nvSpPr>
            <p:spPr>
              <a:xfrm>
                <a:off x="7582340" y="4150779"/>
                <a:ext cx="92574"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2" name="Google Shape;192;p2"/>
              <p:cNvSpPr/>
              <p:nvPr/>
            </p:nvSpPr>
            <p:spPr>
              <a:xfrm>
                <a:off x="7886592" y="4339888"/>
                <a:ext cx="92205"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3" name="Google Shape;193;p2"/>
              <p:cNvSpPr/>
              <p:nvPr/>
            </p:nvSpPr>
            <p:spPr>
              <a:xfrm>
                <a:off x="6365700"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4" name="Google Shape;194;p2"/>
              <p:cNvSpPr/>
              <p:nvPr/>
            </p:nvSpPr>
            <p:spPr>
              <a:xfrm>
                <a:off x="6822262"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5" name="Google Shape;195;p2"/>
              <p:cNvSpPr/>
              <p:nvPr/>
            </p:nvSpPr>
            <p:spPr>
              <a:xfrm>
                <a:off x="7430029" y="4326398"/>
                <a:ext cx="92574"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6" name="Google Shape;196;p2"/>
              <p:cNvSpPr/>
              <p:nvPr/>
            </p:nvSpPr>
            <p:spPr>
              <a:xfrm>
                <a:off x="8190475" y="4482476"/>
                <a:ext cx="92205"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7" name="Google Shape;197;p2"/>
              <p:cNvSpPr/>
              <p:nvPr/>
            </p:nvSpPr>
            <p:spPr>
              <a:xfrm>
                <a:off x="8342417" y="4428517"/>
                <a:ext cx="92205"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8" name="Google Shape;198;p2"/>
              <p:cNvSpPr/>
              <p:nvPr/>
            </p:nvSpPr>
            <p:spPr>
              <a:xfrm>
                <a:off x="7126146" y="4456631"/>
                <a:ext cx="92205"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99" name="Google Shape;199;p2"/>
              <p:cNvSpPr/>
              <p:nvPr/>
            </p:nvSpPr>
            <p:spPr>
              <a:xfrm>
                <a:off x="6061816" y="4456757"/>
                <a:ext cx="92205"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0" name="Google Shape;200;p2"/>
              <p:cNvSpPr/>
              <p:nvPr/>
            </p:nvSpPr>
            <p:spPr>
              <a:xfrm>
                <a:off x="5757933" y="4507817"/>
                <a:ext cx="92205"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1" name="Google Shape;201;p2"/>
              <p:cNvSpPr/>
              <p:nvPr/>
            </p:nvSpPr>
            <p:spPr>
              <a:xfrm>
                <a:off x="5453681" y="4507943"/>
                <a:ext cx="92574"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2" name="Google Shape;202;p2"/>
              <p:cNvSpPr/>
              <p:nvPr/>
            </p:nvSpPr>
            <p:spPr>
              <a:xfrm>
                <a:off x="5605991" y="4443394"/>
                <a:ext cx="92205"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3" name="Google Shape;203;p2"/>
              <p:cNvSpPr/>
              <p:nvPr/>
            </p:nvSpPr>
            <p:spPr>
              <a:xfrm>
                <a:off x="621375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4" name="Google Shape;204;p2"/>
              <p:cNvSpPr/>
              <p:nvPr/>
            </p:nvSpPr>
            <p:spPr>
              <a:xfrm>
                <a:off x="6669952" y="4542865"/>
                <a:ext cx="92574"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5" name="Google Shape;205;p2"/>
              <p:cNvSpPr/>
              <p:nvPr/>
            </p:nvSpPr>
            <p:spPr>
              <a:xfrm>
                <a:off x="7278088" y="4542865"/>
                <a:ext cx="92205"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6" name="Google Shape;206;p2"/>
              <p:cNvSpPr/>
              <p:nvPr/>
            </p:nvSpPr>
            <p:spPr>
              <a:xfrm>
                <a:off x="8038534" y="4374306"/>
                <a:ext cx="92205"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7" name="Google Shape;207;p2"/>
              <p:cNvSpPr/>
              <p:nvPr/>
            </p:nvSpPr>
            <p:spPr>
              <a:xfrm>
                <a:off x="7734650" y="4565936"/>
                <a:ext cx="92205"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8" name="Google Shape;208;p2"/>
              <p:cNvSpPr/>
              <p:nvPr/>
            </p:nvSpPr>
            <p:spPr>
              <a:xfrm>
                <a:off x="5909875" y="4573501"/>
                <a:ext cx="92205"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09" name="Google Shape;209;p2"/>
              <p:cNvSpPr/>
              <p:nvPr/>
            </p:nvSpPr>
            <p:spPr>
              <a:xfrm>
                <a:off x="5301739" y="4365229"/>
                <a:ext cx="92205"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sp>
        <p:nvSpPr>
          <p:cNvPr id="210" name="Google Shape;210;p2"/>
          <p:cNvSpPr txBox="1">
            <a:spLocks noGrp="1"/>
          </p:cNvSpPr>
          <p:nvPr>
            <p:ph type="ctrTitle"/>
          </p:nvPr>
        </p:nvSpPr>
        <p:spPr>
          <a:xfrm>
            <a:off x="713225" y="1570400"/>
            <a:ext cx="7717500" cy="16101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191919"/>
              </a:buClr>
              <a:buSzPts val="5200"/>
              <a:buNone/>
              <a:defRPr sz="7000"/>
            </a:lvl1pPr>
            <a:lvl2pPr lvl="1" rtl="0">
              <a:spcBef>
                <a:spcPts val="0"/>
              </a:spcBef>
              <a:spcAft>
                <a:spcPts val="0"/>
              </a:spcAft>
              <a:buClr>
                <a:srgbClr val="191919"/>
              </a:buClr>
              <a:buSzPts val="5200"/>
              <a:buNone/>
              <a:defRPr sz="5200">
                <a:solidFill>
                  <a:srgbClr val="191919"/>
                </a:solidFill>
              </a:defRPr>
            </a:lvl2pPr>
            <a:lvl3pPr lvl="2" rtl="0">
              <a:spcBef>
                <a:spcPts val="0"/>
              </a:spcBef>
              <a:spcAft>
                <a:spcPts val="0"/>
              </a:spcAft>
              <a:buClr>
                <a:srgbClr val="191919"/>
              </a:buClr>
              <a:buSzPts val="5200"/>
              <a:buNone/>
              <a:defRPr sz="5200">
                <a:solidFill>
                  <a:srgbClr val="191919"/>
                </a:solidFill>
              </a:defRPr>
            </a:lvl3pPr>
            <a:lvl4pPr lvl="3" rtl="0">
              <a:spcBef>
                <a:spcPts val="0"/>
              </a:spcBef>
              <a:spcAft>
                <a:spcPts val="0"/>
              </a:spcAft>
              <a:buClr>
                <a:srgbClr val="191919"/>
              </a:buClr>
              <a:buSzPts val="5200"/>
              <a:buNone/>
              <a:defRPr sz="5200">
                <a:solidFill>
                  <a:srgbClr val="191919"/>
                </a:solidFill>
              </a:defRPr>
            </a:lvl4pPr>
            <a:lvl5pPr lvl="4" rtl="0">
              <a:spcBef>
                <a:spcPts val="0"/>
              </a:spcBef>
              <a:spcAft>
                <a:spcPts val="0"/>
              </a:spcAft>
              <a:buClr>
                <a:srgbClr val="191919"/>
              </a:buClr>
              <a:buSzPts val="5200"/>
              <a:buNone/>
              <a:defRPr sz="5200">
                <a:solidFill>
                  <a:srgbClr val="191919"/>
                </a:solidFill>
              </a:defRPr>
            </a:lvl5pPr>
            <a:lvl6pPr lvl="5" rtl="0">
              <a:spcBef>
                <a:spcPts val="0"/>
              </a:spcBef>
              <a:spcAft>
                <a:spcPts val="0"/>
              </a:spcAft>
              <a:buClr>
                <a:srgbClr val="191919"/>
              </a:buClr>
              <a:buSzPts val="5200"/>
              <a:buNone/>
              <a:defRPr sz="5200">
                <a:solidFill>
                  <a:srgbClr val="191919"/>
                </a:solidFill>
              </a:defRPr>
            </a:lvl6pPr>
            <a:lvl7pPr lvl="6" rtl="0">
              <a:spcBef>
                <a:spcPts val="0"/>
              </a:spcBef>
              <a:spcAft>
                <a:spcPts val="0"/>
              </a:spcAft>
              <a:buClr>
                <a:srgbClr val="191919"/>
              </a:buClr>
              <a:buSzPts val="5200"/>
              <a:buNone/>
              <a:defRPr sz="5200">
                <a:solidFill>
                  <a:srgbClr val="191919"/>
                </a:solidFill>
              </a:defRPr>
            </a:lvl7pPr>
            <a:lvl8pPr lvl="7" rtl="0">
              <a:spcBef>
                <a:spcPts val="0"/>
              </a:spcBef>
              <a:spcAft>
                <a:spcPts val="0"/>
              </a:spcAft>
              <a:buClr>
                <a:srgbClr val="191919"/>
              </a:buClr>
              <a:buSzPts val="5200"/>
              <a:buNone/>
              <a:defRPr sz="5200">
                <a:solidFill>
                  <a:srgbClr val="191919"/>
                </a:solidFill>
              </a:defRPr>
            </a:lvl8pPr>
            <a:lvl9pPr lvl="8" rtl="0">
              <a:spcBef>
                <a:spcPts val="0"/>
              </a:spcBef>
              <a:spcAft>
                <a:spcPts val="0"/>
              </a:spcAft>
              <a:buClr>
                <a:srgbClr val="191919"/>
              </a:buClr>
              <a:buSzPts val="5200"/>
              <a:buNone/>
              <a:defRPr sz="5200">
                <a:solidFill>
                  <a:srgbClr val="191919"/>
                </a:solidFill>
              </a:defRPr>
            </a:lvl9pPr>
          </a:lstStyle>
          <a:p>
            <a:endParaRPr/>
          </a:p>
        </p:txBody>
      </p:sp>
      <p:sp>
        <p:nvSpPr>
          <p:cNvPr id="211" name="Google Shape;211;p2"/>
          <p:cNvSpPr txBox="1">
            <a:spLocks noGrp="1"/>
          </p:cNvSpPr>
          <p:nvPr>
            <p:ph type="subTitle" idx="1"/>
          </p:nvPr>
        </p:nvSpPr>
        <p:spPr>
          <a:xfrm>
            <a:off x="713225" y="3180500"/>
            <a:ext cx="7721400" cy="475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600"/>
            </a:lvl1pPr>
            <a:lvl2pPr lvl="1" rtl="0">
              <a:lnSpc>
                <a:spcPct val="100000"/>
              </a:lnSpc>
              <a:spcBef>
                <a:spcPts val="0"/>
              </a:spcBef>
              <a:spcAft>
                <a:spcPts val="0"/>
              </a:spcAft>
              <a:buClr>
                <a:schemeClr val="dk2"/>
              </a:buClr>
              <a:buSzPts val="1800"/>
              <a:buNone/>
              <a:defRPr sz="1800">
                <a:solidFill>
                  <a:schemeClr val="dk2"/>
                </a:solidFill>
              </a:defRPr>
            </a:lvl2pPr>
            <a:lvl3pPr lvl="2" rtl="0">
              <a:lnSpc>
                <a:spcPct val="100000"/>
              </a:lnSpc>
              <a:spcBef>
                <a:spcPts val="0"/>
              </a:spcBef>
              <a:spcAft>
                <a:spcPts val="0"/>
              </a:spcAft>
              <a:buClr>
                <a:schemeClr val="dk2"/>
              </a:buClr>
              <a:buSzPts val="1800"/>
              <a:buNone/>
              <a:defRPr sz="1800">
                <a:solidFill>
                  <a:schemeClr val="dk2"/>
                </a:solidFill>
              </a:defRPr>
            </a:lvl3pPr>
            <a:lvl4pPr lvl="3" rtl="0">
              <a:lnSpc>
                <a:spcPct val="100000"/>
              </a:lnSpc>
              <a:spcBef>
                <a:spcPts val="0"/>
              </a:spcBef>
              <a:spcAft>
                <a:spcPts val="0"/>
              </a:spcAft>
              <a:buClr>
                <a:schemeClr val="dk2"/>
              </a:buClr>
              <a:buSzPts val="1800"/>
              <a:buNone/>
              <a:defRPr sz="1800">
                <a:solidFill>
                  <a:schemeClr val="dk2"/>
                </a:solidFill>
              </a:defRPr>
            </a:lvl4pPr>
            <a:lvl5pPr lvl="4" rtl="0">
              <a:lnSpc>
                <a:spcPct val="100000"/>
              </a:lnSpc>
              <a:spcBef>
                <a:spcPts val="0"/>
              </a:spcBef>
              <a:spcAft>
                <a:spcPts val="0"/>
              </a:spcAft>
              <a:buClr>
                <a:schemeClr val="dk2"/>
              </a:buClr>
              <a:buSzPts val="1800"/>
              <a:buNone/>
              <a:defRPr sz="1800">
                <a:solidFill>
                  <a:schemeClr val="dk2"/>
                </a:solidFill>
              </a:defRPr>
            </a:lvl5pPr>
            <a:lvl6pPr lvl="5" rtl="0">
              <a:lnSpc>
                <a:spcPct val="100000"/>
              </a:lnSpc>
              <a:spcBef>
                <a:spcPts val="0"/>
              </a:spcBef>
              <a:spcAft>
                <a:spcPts val="0"/>
              </a:spcAft>
              <a:buClr>
                <a:schemeClr val="dk2"/>
              </a:buClr>
              <a:buSzPts val="1800"/>
              <a:buNone/>
              <a:defRPr sz="1800">
                <a:solidFill>
                  <a:schemeClr val="dk2"/>
                </a:solidFill>
              </a:defRPr>
            </a:lvl6pPr>
            <a:lvl7pPr lvl="6" rtl="0">
              <a:lnSpc>
                <a:spcPct val="100000"/>
              </a:lnSpc>
              <a:spcBef>
                <a:spcPts val="0"/>
              </a:spcBef>
              <a:spcAft>
                <a:spcPts val="0"/>
              </a:spcAft>
              <a:buClr>
                <a:schemeClr val="dk2"/>
              </a:buClr>
              <a:buSzPts val="1800"/>
              <a:buNone/>
              <a:defRPr sz="1800">
                <a:solidFill>
                  <a:schemeClr val="dk2"/>
                </a:solidFill>
              </a:defRPr>
            </a:lvl7pPr>
            <a:lvl8pPr lvl="7" rtl="0">
              <a:lnSpc>
                <a:spcPct val="100000"/>
              </a:lnSpc>
              <a:spcBef>
                <a:spcPts val="0"/>
              </a:spcBef>
              <a:spcAft>
                <a:spcPts val="0"/>
              </a:spcAft>
              <a:buClr>
                <a:schemeClr val="dk2"/>
              </a:buClr>
              <a:buSzPts val="1800"/>
              <a:buNone/>
              <a:defRPr sz="1800">
                <a:solidFill>
                  <a:schemeClr val="dk2"/>
                </a:solidFill>
              </a:defRPr>
            </a:lvl8pPr>
            <a:lvl9pPr lvl="8" rtl="0">
              <a:lnSpc>
                <a:spcPct val="100000"/>
              </a:lnSpc>
              <a:spcBef>
                <a:spcPts val="0"/>
              </a:spcBef>
              <a:spcAft>
                <a:spcPts val="0"/>
              </a:spcAft>
              <a:buClr>
                <a:schemeClr val="dk2"/>
              </a:buClr>
              <a:buSzPts val="1800"/>
              <a:buNone/>
              <a:defRPr sz="18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78"/>
        <p:cNvGrpSpPr/>
        <p:nvPr/>
      </p:nvGrpSpPr>
      <p:grpSpPr>
        <a:xfrm>
          <a:off x="0" y="0"/>
          <a:ext cx="0" cy="0"/>
          <a:chOff x="0" y="0"/>
          <a:chExt cx="0" cy="0"/>
        </a:xfrm>
      </p:grpSpPr>
      <p:grpSp>
        <p:nvGrpSpPr>
          <p:cNvPr id="479" name="Google Shape;479;p5"/>
          <p:cNvGrpSpPr/>
          <p:nvPr/>
        </p:nvGrpSpPr>
        <p:grpSpPr>
          <a:xfrm>
            <a:off x="0" y="0"/>
            <a:ext cx="9143995" cy="5143491"/>
            <a:chOff x="0" y="0"/>
            <a:chExt cx="9143995" cy="5143491"/>
          </a:xfrm>
        </p:grpSpPr>
        <p:sp>
          <p:nvSpPr>
            <p:cNvPr id="480" name="Google Shape;480;p5"/>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1" name="Google Shape;481;p5"/>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2" name="Google Shape;482;p5"/>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3" name="Google Shape;483;p5"/>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4" name="Google Shape;484;p5"/>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5" name="Google Shape;485;p5"/>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6" name="Google Shape;486;p5"/>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7" name="Google Shape;487;p5"/>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8" name="Google Shape;488;p5"/>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89" name="Google Shape;489;p5"/>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0" name="Google Shape;490;p5"/>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1" name="Google Shape;491;p5"/>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2" name="Google Shape;492;p5"/>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3" name="Google Shape;493;p5"/>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4" name="Google Shape;494;p5"/>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5" name="Google Shape;495;p5"/>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6" name="Google Shape;496;p5"/>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7" name="Google Shape;497;p5"/>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8" name="Google Shape;498;p5"/>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499" name="Google Shape;499;p5"/>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0" name="Google Shape;500;p5"/>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1" name="Google Shape;501;p5"/>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2" name="Google Shape;502;p5"/>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3" name="Google Shape;503;p5"/>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4" name="Google Shape;504;p5"/>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5" name="Google Shape;505;p5"/>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6" name="Google Shape;506;p5"/>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7" name="Google Shape;507;p5"/>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8" name="Google Shape;508;p5"/>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09" name="Google Shape;509;p5"/>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0" name="Google Shape;510;p5"/>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1" name="Google Shape;511;p5"/>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2" name="Google Shape;512;p5"/>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3" name="Google Shape;513;p5"/>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4" name="Google Shape;514;p5"/>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5" name="Google Shape;515;p5"/>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6" name="Google Shape;516;p5"/>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7" name="Google Shape;517;p5"/>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8" name="Google Shape;518;p5"/>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19" name="Google Shape;519;p5"/>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0" name="Google Shape;520;p5"/>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1" name="Google Shape;521;p5"/>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2" name="Google Shape;522;p5"/>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3" name="Google Shape;523;p5"/>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4" name="Google Shape;524;p5"/>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5" name="Google Shape;525;p5"/>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6" name="Google Shape;526;p5"/>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7" name="Google Shape;527;p5"/>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8" name="Google Shape;528;p5"/>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29" name="Google Shape;529;p5"/>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0" name="Google Shape;530;p5"/>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1" name="Google Shape;531;p5"/>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2" name="Google Shape;532;p5"/>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3" name="Google Shape;533;p5"/>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4" name="Google Shape;534;p5"/>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5" name="Google Shape;535;p5"/>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6" name="Google Shape;536;p5"/>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7" name="Google Shape;537;p5"/>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8" name="Google Shape;538;p5"/>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39" name="Google Shape;539;p5"/>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0" name="Google Shape;540;p5"/>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1" name="Google Shape;541;p5"/>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2" name="Google Shape;542;p5"/>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3" name="Google Shape;543;p5"/>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4" name="Google Shape;544;p5"/>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5" name="Google Shape;545;p5"/>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6" name="Google Shape;546;p5"/>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7" name="Google Shape;547;p5"/>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8" name="Google Shape;548;p5"/>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49" name="Google Shape;549;p5"/>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0" name="Google Shape;550;p5"/>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1" name="Google Shape;551;p5"/>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2" name="Google Shape;552;p5"/>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3" name="Google Shape;553;p5"/>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4" name="Google Shape;554;p5"/>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5" name="Google Shape;555;p5"/>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6" name="Google Shape;556;p5"/>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7" name="Google Shape;557;p5"/>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8" name="Google Shape;558;p5"/>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59" name="Google Shape;559;p5"/>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0" name="Google Shape;560;p5"/>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1" name="Google Shape;561;p5"/>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2" name="Google Shape;562;p5"/>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3" name="Google Shape;563;p5"/>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4" name="Google Shape;564;p5"/>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5" name="Google Shape;565;p5"/>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6" name="Google Shape;566;p5"/>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7" name="Google Shape;567;p5"/>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8" name="Google Shape;568;p5"/>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69" name="Google Shape;569;p5"/>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0" name="Google Shape;570;p5"/>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571" name="Google Shape;571;p5"/>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572" name="Google Shape;572;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73" name="Google Shape;573;p5"/>
          <p:cNvSpPr txBox="1">
            <a:spLocks noGrp="1"/>
          </p:cNvSpPr>
          <p:nvPr>
            <p:ph type="subTitle" idx="1"/>
          </p:nvPr>
        </p:nvSpPr>
        <p:spPr>
          <a:xfrm>
            <a:off x="5194834" y="3542825"/>
            <a:ext cx="3229200" cy="106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74" name="Google Shape;574;p5"/>
          <p:cNvSpPr txBox="1">
            <a:spLocks noGrp="1"/>
          </p:cNvSpPr>
          <p:nvPr>
            <p:ph type="subTitle" idx="2"/>
          </p:nvPr>
        </p:nvSpPr>
        <p:spPr>
          <a:xfrm>
            <a:off x="720300" y="3542825"/>
            <a:ext cx="3229200" cy="10611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1400" b="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
        <p:nvSpPr>
          <p:cNvPr id="575" name="Google Shape;575;p5"/>
          <p:cNvSpPr txBox="1">
            <a:spLocks noGrp="1"/>
          </p:cNvSpPr>
          <p:nvPr>
            <p:ph type="subTitle" idx="3"/>
          </p:nvPr>
        </p:nvSpPr>
        <p:spPr>
          <a:xfrm>
            <a:off x="5194825" y="3122525"/>
            <a:ext cx="32292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
        <p:nvSpPr>
          <p:cNvPr id="576" name="Google Shape;576;p5"/>
          <p:cNvSpPr txBox="1">
            <a:spLocks noGrp="1"/>
          </p:cNvSpPr>
          <p:nvPr>
            <p:ph type="subTitle" idx="4"/>
          </p:nvPr>
        </p:nvSpPr>
        <p:spPr>
          <a:xfrm>
            <a:off x="720000" y="3122525"/>
            <a:ext cx="3229200" cy="572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1pPr>
            <a:lvl2pPr lvl="1"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2pPr>
            <a:lvl3pPr lvl="2"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3pPr>
            <a:lvl4pPr lvl="3"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4pPr>
            <a:lvl5pPr lvl="4"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5pPr>
            <a:lvl6pPr lvl="5"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6pPr>
            <a:lvl7pPr lvl="6"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7pPr>
            <a:lvl8pPr lvl="7"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8pPr>
            <a:lvl9pPr lvl="8" rtl="0">
              <a:lnSpc>
                <a:spcPct val="100000"/>
              </a:lnSpc>
              <a:spcBef>
                <a:spcPts val="0"/>
              </a:spcBef>
              <a:spcAft>
                <a:spcPts val="0"/>
              </a:spcAft>
              <a:buClr>
                <a:schemeClr val="accent1"/>
              </a:buClr>
              <a:buSzPts val="1600"/>
              <a:buFont typeface="Outfit ExtraBold"/>
              <a:buNone/>
              <a:defRPr sz="1600">
                <a:solidFill>
                  <a:schemeClr val="accent1"/>
                </a:solidFill>
                <a:latin typeface="Outfit ExtraBold"/>
                <a:ea typeface="Outfit ExtraBold"/>
                <a:cs typeface="Outfit ExtraBold"/>
                <a:sym typeface="Outfit ExtraBol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80"/>
        <p:cNvGrpSpPr/>
        <p:nvPr/>
      </p:nvGrpSpPr>
      <p:grpSpPr>
        <a:xfrm>
          <a:off x="0" y="0"/>
          <a:ext cx="0" cy="0"/>
          <a:chOff x="0" y="0"/>
          <a:chExt cx="0" cy="0"/>
        </a:xfrm>
      </p:grpSpPr>
      <p:grpSp>
        <p:nvGrpSpPr>
          <p:cNvPr id="881" name="Google Shape;881;p9"/>
          <p:cNvGrpSpPr/>
          <p:nvPr/>
        </p:nvGrpSpPr>
        <p:grpSpPr>
          <a:xfrm>
            <a:off x="0" y="0"/>
            <a:ext cx="9143995" cy="5143491"/>
            <a:chOff x="0" y="0"/>
            <a:chExt cx="9143995" cy="5143491"/>
          </a:xfrm>
        </p:grpSpPr>
        <p:sp>
          <p:nvSpPr>
            <p:cNvPr id="882" name="Google Shape;882;p9"/>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3" name="Google Shape;883;p9"/>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4" name="Google Shape;884;p9"/>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5" name="Google Shape;885;p9"/>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6" name="Google Shape;886;p9"/>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7" name="Google Shape;887;p9"/>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8" name="Google Shape;888;p9"/>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89" name="Google Shape;889;p9"/>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0" name="Google Shape;890;p9"/>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1" name="Google Shape;891;p9"/>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2" name="Google Shape;892;p9"/>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3" name="Google Shape;893;p9"/>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4" name="Google Shape;894;p9"/>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5" name="Google Shape;895;p9"/>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6" name="Google Shape;896;p9"/>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7" name="Google Shape;897;p9"/>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8" name="Google Shape;898;p9"/>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899" name="Google Shape;899;p9"/>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0" name="Google Shape;900;p9"/>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1" name="Google Shape;901;p9"/>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2" name="Google Shape;902;p9"/>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3" name="Google Shape;903;p9"/>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4" name="Google Shape;904;p9"/>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5" name="Google Shape;905;p9"/>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6" name="Google Shape;906;p9"/>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7" name="Google Shape;907;p9"/>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8" name="Google Shape;908;p9"/>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09" name="Google Shape;909;p9"/>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0" name="Google Shape;910;p9"/>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1" name="Google Shape;911;p9"/>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2" name="Google Shape;912;p9"/>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3" name="Google Shape;913;p9"/>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4" name="Google Shape;914;p9"/>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5" name="Google Shape;915;p9"/>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6" name="Google Shape;916;p9"/>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7" name="Google Shape;917;p9"/>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8" name="Google Shape;918;p9"/>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19" name="Google Shape;919;p9"/>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0" name="Google Shape;920;p9"/>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1" name="Google Shape;921;p9"/>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2" name="Google Shape;922;p9"/>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3" name="Google Shape;923;p9"/>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4" name="Google Shape;924;p9"/>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5" name="Google Shape;925;p9"/>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6" name="Google Shape;926;p9"/>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7" name="Google Shape;927;p9"/>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8" name="Google Shape;928;p9"/>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29" name="Google Shape;929;p9"/>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0" name="Google Shape;930;p9"/>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1" name="Google Shape;931;p9"/>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2" name="Google Shape;932;p9"/>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3" name="Google Shape;933;p9"/>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4" name="Google Shape;934;p9"/>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5" name="Google Shape;935;p9"/>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6" name="Google Shape;936;p9"/>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7" name="Google Shape;937;p9"/>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8" name="Google Shape;938;p9"/>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39" name="Google Shape;939;p9"/>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0" name="Google Shape;940;p9"/>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1" name="Google Shape;941;p9"/>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2" name="Google Shape;942;p9"/>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3" name="Google Shape;943;p9"/>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4" name="Google Shape;944;p9"/>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5" name="Google Shape;945;p9"/>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6" name="Google Shape;946;p9"/>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7" name="Google Shape;947;p9"/>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8" name="Google Shape;948;p9"/>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49" name="Google Shape;949;p9"/>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0" name="Google Shape;950;p9"/>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1" name="Google Shape;951;p9"/>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2" name="Google Shape;952;p9"/>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3" name="Google Shape;953;p9"/>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4" name="Google Shape;954;p9"/>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5" name="Google Shape;955;p9"/>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6" name="Google Shape;956;p9"/>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7" name="Google Shape;957;p9"/>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8" name="Google Shape;958;p9"/>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59" name="Google Shape;959;p9"/>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0" name="Google Shape;960;p9"/>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1" name="Google Shape;961;p9"/>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2" name="Google Shape;962;p9"/>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3" name="Google Shape;963;p9"/>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4" name="Google Shape;964;p9"/>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5" name="Google Shape;965;p9"/>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6" name="Google Shape;966;p9"/>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7" name="Google Shape;967;p9"/>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8" name="Google Shape;968;p9"/>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69" name="Google Shape;969;p9"/>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0" name="Google Shape;970;p9"/>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1" name="Google Shape;971;p9"/>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rgbClr val="FFFFFF"/>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2" name="Google Shape;972;p9"/>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973" name="Google Shape;973;p9"/>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rgbClr val="FFFFFF"/>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974" name="Google Shape;974;p9"/>
          <p:cNvSpPr txBox="1">
            <a:spLocks noGrp="1"/>
          </p:cNvSpPr>
          <p:nvPr>
            <p:ph type="title"/>
          </p:nvPr>
        </p:nvSpPr>
        <p:spPr>
          <a:xfrm>
            <a:off x="2135550" y="1655488"/>
            <a:ext cx="48729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65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975" name="Google Shape;975;p9"/>
          <p:cNvSpPr txBox="1">
            <a:spLocks noGrp="1"/>
          </p:cNvSpPr>
          <p:nvPr>
            <p:ph type="subTitle" idx="1"/>
          </p:nvPr>
        </p:nvSpPr>
        <p:spPr>
          <a:xfrm>
            <a:off x="2135550" y="2816913"/>
            <a:ext cx="4872900" cy="671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107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2">
  <p:cSld name="TITLE_ONLY_2">
    <p:spTree>
      <p:nvGrpSpPr>
        <p:cNvPr id="1" name="Shape 1202"/>
        <p:cNvGrpSpPr/>
        <p:nvPr/>
      </p:nvGrpSpPr>
      <p:grpSpPr>
        <a:xfrm>
          <a:off x="0" y="0"/>
          <a:ext cx="0" cy="0"/>
          <a:chOff x="0" y="0"/>
          <a:chExt cx="0" cy="0"/>
        </a:xfrm>
      </p:grpSpPr>
      <p:grpSp>
        <p:nvGrpSpPr>
          <p:cNvPr id="1203" name="Google Shape;1203;p14"/>
          <p:cNvGrpSpPr/>
          <p:nvPr/>
        </p:nvGrpSpPr>
        <p:grpSpPr>
          <a:xfrm>
            <a:off x="0" y="0"/>
            <a:ext cx="9143995" cy="5143491"/>
            <a:chOff x="0" y="0"/>
            <a:chExt cx="9143995" cy="5143491"/>
          </a:xfrm>
        </p:grpSpPr>
        <p:sp>
          <p:nvSpPr>
            <p:cNvPr id="1204" name="Google Shape;1204;p14"/>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5" name="Google Shape;1205;p14"/>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6" name="Google Shape;1206;p14"/>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7" name="Google Shape;1207;p14"/>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8" name="Google Shape;1208;p14"/>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09" name="Google Shape;1209;p14"/>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0" name="Google Shape;1210;p14"/>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1" name="Google Shape;1211;p14"/>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2" name="Google Shape;1212;p14"/>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3" name="Google Shape;1213;p14"/>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4" name="Google Shape;1214;p14"/>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5" name="Google Shape;1215;p14"/>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6" name="Google Shape;1216;p14"/>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7" name="Google Shape;1217;p14"/>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8" name="Google Shape;1218;p14"/>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19" name="Google Shape;1219;p14"/>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0" name="Google Shape;1220;p14"/>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1" name="Google Shape;1221;p14"/>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2" name="Google Shape;1222;p14"/>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3" name="Google Shape;1223;p14"/>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4" name="Google Shape;1224;p14"/>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5" name="Google Shape;1225;p14"/>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6" name="Google Shape;1226;p14"/>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7" name="Google Shape;1227;p14"/>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8" name="Google Shape;1228;p14"/>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29" name="Google Shape;1229;p14"/>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0" name="Google Shape;1230;p14"/>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1" name="Google Shape;1231;p14"/>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2" name="Google Shape;1232;p14"/>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3" name="Google Shape;1233;p14"/>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4" name="Google Shape;1234;p14"/>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5" name="Google Shape;1235;p14"/>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6" name="Google Shape;1236;p14"/>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7" name="Google Shape;1237;p14"/>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8" name="Google Shape;1238;p14"/>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39" name="Google Shape;1239;p14"/>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0" name="Google Shape;1240;p14"/>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1" name="Google Shape;1241;p14"/>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2" name="Google Shape;1242;p14"/>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3" name="Google Shape;1243;p14"/>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4" name="Google Shape;1244;p14"/>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5" name="Google Shape;1245;p14"/>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6" name="Google Shape;1246;p14"/>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7" name="Google Shape;1247;p14"/>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8" name="Google Shape;1248;p14"/>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49" name="Google Shape;1249;p14"/>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0" name="Google Shape;1250;p14"/>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1" name="Google Shape;1251;p14"/>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2" name="Google Shape;1252;p14"/>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3" name="Google Shape;1253;p14"/>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4" name="Google Shape;1254;p14"/>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5" name="Google Shape;1255;p14"/>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6" name="Google Shape;1256;p14"/>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7" name="Google Shape;1257;p14"/>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8" name="Google Shape;1258;p14"/>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59" name="Google Shape;1259;p14"/>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0" name="Google Shape;1260;p14"/>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1" name="Google Shape;1261;p14"/>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2" name="Google Shape;1262;p14"/>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3" name="Google Shape;1263;p14"/>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4" name="Google Shape;1264;p14"/>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5" name="Google Shape;1265;p14"/>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6" name="Google Shape;1266;p14"/>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7" name="Google Shape;1267;p14"/>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8" name="Google Shape;1268;p14"/>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69" name="Google Shape;1269;p14"/>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0" name="Google Shape;1270;p14"/>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1" name="Google Shape;1271;p14"/>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2" name="Google Shape;1272;p14"/>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3" name="Google Shape;1273;p14"/>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4" name="Google Shape;1274;p14"/>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5" name="Google Shape;1275;p14"/>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6" name="Google Shape;1276;p14"/>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7" name="Google Shape;1277;p14"/>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8" name="Google Shape;1278;p14"/>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79" name="Google Shape;1279;p14"/>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0" name="Google Shape;1280;p14"/>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1" name="Google Shape;1281;p14"/>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2" name="Google Shape;1282;p14"/>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3" name="Google Shape;1283;p14"/>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4" name="Google Shape;1284;p14"/>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5" name="Google Shape;1285;p14"/>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6" name="Google Shape;1286;p14"/>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7" name="Google Shape;1287;p14"/>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8" name="Google Shape;1288;p14"/>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89" name="Google Shape;1289;p14"/>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0" name="Google Shape;1290;p14"/>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1" name="Google Shape;1291;p14"/>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2" name="Google Shape;1292;p14"/>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3" name="Google Shape;1293;p14"/>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4" name="Google Shape;1294;p14"/>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295" name="Google Shape;1295;p14"/>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296" name="Google Shape;129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97" name="Google Shape;1297;p14"/>
          <p:cNvSpPr/>
          <p:nvPr/>
        </p:nvSpPr>
        <p:spPr>
          <a:xfrm>
            <a:off x="8563634" y="710541"/>
            <a:ext cx="63179" cy="41638"/>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8" name="Google Shape;1298;p14"/>
          <p:cNvSpPr/>
          <p:nvPr/>
        </p:nvSpPr>
        <p:spPr>
          <a:xfrm>
            <a:off x="8975951" y="687186"/>
            <a:ext cx="63431" cy="883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9" name="Google Shape;1299;p14"/>
          <p:cNvSpPr/>
          <p:nvPr/>
        </p:nvSpPr>
        <p:spPr>
          <a:xfrm>
            <a:off x="8871327" y="701008"/>
            <a:ext cx="63179" cy="607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0" name="Google Shape;1300;p14"/>
          <p:cNvSpPr/>
          <p:nvPr/>
        </p:nvSpPr>
        <p:spPr>
          <a:xfrm>
            <a:off x="9080828" y="694615"/>
            <a:ext cx="63179" cy="73514"/>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1" name="Google Shape;1301;p14"/>
          <p:cNvSpPr/>
          <p:nvPr/>
        </p:nvSpPr>
        <p:spPr>
          <a:xfrm>
            <a:off x="8766450" y="656865"/>
            <a:ext cx="63179" cy="149014"/>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2" name="Google Shape;1302;p14"/>
          <p:cNvSpPr/>
          <p:nvPr/>
        </p:nvSpPr>
        <p:spPr>
          <a:xfrm>
            <a:off x="524121" y="680926"/>
            <a:ext cx="63179" cy="100898"/>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3" name="Google Shape;1303;p14"/>
          <p:cNvSpPr/>
          <p:nvPr/>
        </p:nvSpPr>
        <p:spPr>
          <a:xfrm>
            <a:off x="314367" y="698419"/>
            <a:ext cx="63179" cy="65912"/>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4" name="Google Shape;1304;p14"/>
          <p:cNvSpPr/>
          <p:nvPr/>
        </p:nvSpPr>
        <p:spPr>
          <a:xfrm>
            <a:off x="104613" y="698462"/>
            <a:ext cx="63431" cy="65825"/>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5" name="Google Shape;1305;p14"/>
          <p:cNvSpPr/>
          <p:nvPr/>
        </p:nvSpPr>
        <p:spPr>
          <a:xfrm>
            <a:off x="209490" y="676348"/>
            <a:ext cx="63179" cy="110054"/>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6" name="Google Shape;1306;p14"/>
          <p:cNvSpPr/>
          <p:nvPr/>
        </p:nvSpPr>
        <p:spPr>
          <a:xfrm>
            <a:off x="8661573" y="718328"/>
            <a:ext cx="63179" cy="26088"/>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7" name="Google Shape;1307;p14"/>
          <p:cNvSpPr/>
          <p:nvPr/>
        </p:nvSpPr>
        <p:spPr>
          <a:xfrm>
            <a:off x="419244" y="720922"/>
            <a:ext cx="63179" cy="20905"/>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8" name="Google Shape;1308;p14"/>
          <p:cNvSpPr/>
          <p:nvPr/>
        </p:nvSpPr>
        <p:spPr>
          <a:xfrm>
            <a:off x="-11" y="649568"/>
            <a:ext cx="63179" cy="163613"/>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710"/>
        <p:cNvGrpSpPr/>
        <p:nvPr/>
      </p:nvGrpSpPr>
      <p:grpSpPr>
        <a:xfrm>
          <a:off x="0" y="0"/>
          <a:ext cx="0" cy="0"/>
          <a:chOff x="0" y="0"/>
          <a:chExt cx="0" cy="0"/>
        </a:xfrm>
      </p:grpSpPr>
      <p:grpSp>
        <p:nvGrpSpPr>
          <p:cNvPr id="1711" name="Google Shape;1711;p18"/>
          <p:cNvGrpSpPr/>
          <p:nvPr/>
        </p:nvGrpSpPr>
        <p:grpSpPr>
          <a:xfrm>
            <a:off x="0" y="0"/>
            <a:ext cx="9143995" cy="5143491"/>
            <a:chOff x="0" y="0"/>
            <a:chExt cx="9143995" cy="5143491"/>
          </a:xfrm>
        </p:grpSpPr>
        <p:sp>
          <p:nvSpPr>
            <p:cNvPr id="1712" name="Google Shape;1712;p18"/>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3" name="Google Shape;1713;p18"/>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4" name="Google Shape;1714;p18"/>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5" name="Google Shape;1715;p18"/>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6" name="Google Shape;1716;p18"/>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7" name="Google Shape;1717;p18"/>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8" name="Google Shape;1718;p18"/>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19" name="Google Shape;1719;p18"/>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0" name="Google Shape;1720;p18"/>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1" name="Google Shape;1721;p18"/>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2" name="Google Shape;1722;p18"/>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3" name="Google Shape;1723;p18"/>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4" name="Google Shape;1724;p18"/>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5" name="Google Shape;1725;p18"/>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6" name="Google Shape;1726;p18"/>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7" name="Google Shape;1727;p18"/>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8" name="Google Shape;1728;p18"/>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29" name="Google Shape;1729;p18"/>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0" name="Google Shape;1730;p18"/>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1" name="Google Shape;1731;p18"/>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2" name="Google Shape;1732;p18"/>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3" name="Google Shape;1733;p18"/>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4" name="Google Shape;1734;p18"/>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5" name="Google Shape;1735;p18"/>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6" name="Google Shape;1736;p18"/>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7" name="Google Shape;1737;p18"/>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8" name="Google Shape;1738;p18"/>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39" name="Google Shape;1739;p18"/>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0" name="Google Shape;1740;p18"/>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1" name="Google Shape;1741;p18"/>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2" name="Google Shape;1742;p18"/>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3" name="Google Shape;1743;p18"/>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4" name="Google Shape;1744;p18"/>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5" name="Google Shape;1745;p18"/>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6" name="Google Shape;1746;p18"/>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7" name="Google Shape;1747;p18"/>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8" name="Google Shape;1748;p18"/>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49" name="Google Shape;1749;p18"/>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0" name="Google Shape;1750;p18"/>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1" name="Google Shape;1751;p18"/>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2" name="Google Shape;1752;p18"/>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3" name="Google Shape;1753;p18"/>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4" name="Google Shape;1754;p18"/>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5" name="Google Shape;1755;p18"/>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6" name="Google Shape;1756;p18"/>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7" name="Google Shape;1757;p18"/>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8" name="Google Shape;1758;p18"/>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59" name="Google Shape;1759;p18"/>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0" name="Google Shape;1760;p18"/>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1" name="Google Shape;1761;p18"/>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2" name="Google Shape;1762;p18"/>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3" name="Google Shape;1763;p18"/>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4" name="Google Shape;1764;p18"/>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5" name="Google Shape;1765;p18"/>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6" name="Google Shape;1766;p18"/>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7" name="Google Shape;1767;p18"/>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8" name="Google Shape;1768;p18"/>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69" name="Google Shape;1769;p18"/>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0" name="Google Shape;1770;p18"/>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1" name="Google Shape;1771;p18"/>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2" name="Google Shape;1772;p18"/>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3" name="Google Shape;1773;p18"/>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4" name="Google Shape;1774;p18"/>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5" name="Google Shape;1775;p18"/>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6" name="Google Shape;1776;p18"/>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7" name="Google Shape;1777;p18"/>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8" name="Google Shape;1778;p18"/>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79" name="Google Shape;1779;p18"/>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0" name="Google Shape;1780;p18"/>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1" name="Google Shape;1781;p18"/>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2" name="Google Shape;1782;p18"/>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3" name="Google Shape;1783;p18"/>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4" name="Google Shape;1784;p18"/>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5" name="Google Shape;1785;p18"/>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6" name="Google Shape;1786;p18"/>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7" name="Google Shape;1787;p18"/>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8" name="Google Shape;1788;p18"/>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89" name="Google Shape;1789;p18"/>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0" name="Google Shape;1790;p18"/>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1" name="Google Shape;1791;p18"/>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2" name="Google Shape;1792;p18"/>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3" name="Google Shape;1793;p18"/>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4" name="Google Shape;1794;p18"/>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5" name="Google Shape;1795;p18"/>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6" name="Google Shape;1796;p18"/>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7" name="Google Shape;1797;p18"/>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8" name="Google Shape;1798;p18"/>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799" name="Google Shape;1799;p18"/>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0" name="Google Shape;1800;p18"/>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1" name="Google Shape;1801;p18"/>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2" name="Google Shape;1802;p18"/>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1803" name="Google Shape;1803;p18"/>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sp>
        <p:nvSpPr>
          <p:cNvPr id="1804" name="Google Shape;1804;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805" name="Google Shape;1805;p18"/>
          <p:cNvSpPr txBox="1">
            <a:spLocks noGrp="1"/>
          </p:cNvSpPr>
          <p:nvPr>
            <p:ph type="subTitle" idx="1"/>
          </p:nvPr>
        </p:nvSpPr>
        <p:spPr>
          <a:xfrm>
            <a:off x="4728100" y="1360275"/>
            <a:ext cx="3699300" cy="293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806" name="Google Shape;1806;p18"/>
          <p:cNvSpPr txBox="1">
            <a:spLocks noGrp="1"/>
          </p:cNvSpPr>
          <p:nvPr>
            <p:ph type="subTitle" idx="2"/>
          </p:nvPr>
        </p:nvSpPr>
        <p:spPr>
          <a:xfrm>
            <a:off x="716625" y="1360275"/>
            <a:ext cx="3699300" cy="293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807" name="Google Shape;1807;p18"/>
          <p:cNvGrpSpPr/>
          <p:nvPr/>
        </p:nvGrpSpPr>
        <p:grpSpPr>
          <a:xfrm>
            <a:off x="122000" y="4917447"/>
            <a:ext cx="4420450" cy="226056"/>
            <a:chOff x="122000" y="4917447"/>
            <a:chExt cx="4420450" cy="226056"/>
          </a:xfrm>
        </p:grpSpPr>
        <p:sp>
          <p:nvSpPr>
            <p:cNvPr id="1808" name="Google Shape;1808;p18"/>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09" name="Google Shape;1809;p18"/>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0" name="Google Shape;1810;p18"/>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1" name="Google Shape;1811;p18"/>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2" name="Google Shape;1812;p18"/>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3" name="Google Shape;1813;p18"/>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4" name="Google Shape;1814;p18"/>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5" name="Google Shape;1815;p18"/>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6" name="Google Shape;1816;p18"/>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7" name="Google Shape;1817;p18"/>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8" name="Google Shape;1818;p18"/>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19" name="Google Shape;1819;p18"/>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0" name="Google Shape;1820;p18"/>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1" name="Google Shape;1821;p18"/>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2" name="Google Shape;1822;p18"/>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23" name="Google Shape;1823;p18"/>
          <p:cNvGrpSpPr/>
          <p:nvPr/>
        </p:nvGrpSpPr>
        <p:grpSpPr>
          <a:xfrm>
            <a:off x="4601500" y="4884626"/>
            <a:ext cx="4420450" cy="258877"/>
            <a:chOff x="4601500" y="4884626"/>
            <a:chExt cx="4420450" cy="258877"/>
          </a:xfrm>
        </p:grpSpPr>
        <p:sp>
          <p:nvSpPr>
            <p:cNvPr id="1824" name="Google Shape;1824;p18"/>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5" name="Google Shape;1825;p18"/>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6" name="Google Shape;1826;p18"/>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7" name="Google Shape;1827;p18"/>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8" name="Google Shape;1828;p18"/>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29" name="Google Shape;1829;p18"/>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0" name="Google Shape;1830;p18"/>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1" name="Google Shape;1831;p18"/>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2" name="Google Shape;1832;p18"/>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3" name="Google Shape;1833;p18"/>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4" name="Google Shape;1834;p18"/>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5" name="Google Shape;1835;p18"/>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6" name="Google Shape;1836;p18"/>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7" name="Google Shape;1837;p18"/>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38" name="Google Shape;1838;p18"/>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39" name="Google Shape;1839;p18"/>
          <p:cNvGrpSpPr/>
          <p:nvPr/>
        </p:nvGrpSpPr>
        <p:grpSpPr>
          <a:xfrm>
            <a:off x="122025" y="5036324"/>
            <a:ext cx="4420450" cy="107173"/>
            <a:chOff x="122000" y="4917447"/>
            <a:chExt cx="4420450" cy="226056"/>
          </a:xfrm>
        </p:grpSpPr>
        <p:sp>
          <p:nvSpPr>
            <p:cNvPr id="1840" name="Google Shape;1840;p18"/>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1" name="Google Shape;1841;p18"/>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2" name="Google Shape;1842;p18"/>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3" name="Google Shape;1843;p18"/>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4" name="Google Shape;1844;p18"/>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5" name="Google Shape;1845;p18"/>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6" name="Google Shape;1846;p18"/>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7" name="Google Shape;1847;p18"/>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8" name="Google Shape;1848;p18"/>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49" name="Google Shape;1849;p18"/>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0" name="Google Shape;1850;p18"/>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1" name="Google Shape;1851;p18"/>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2" name="Google Shape;1852;p18"/>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3" name="Google Shape;1853;p18"/>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4" name="Google Shape;1854;p18"/>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855" name="Google Shape;1855;p18"/>
          <p:cNvGrpSpPr/>
          <p:nvPr/>
        </p:nvGrpSpPr>
        <p:grpSpPr>
          <a:xfrm>
            <a:off x="4601525" y="5020763"/>
            <a:ext cx="4420450" cy="122734"/>
            <a:chOff x="4601500" y="4884626"/>
            <a:chExt cx="4420450" cy="258877"/>
          </a:xfrm>
        </p:grpSpPr>
        <p:sp>
          <p:nvSpPr>
            <p:cNvPr id="1856" name="Google Shape;1856;p18"/>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7" name="Google Shape;1857;p18"/>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8" name="Google Shape;1858;p18"/>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59" name="Google Shape;1859;p18"/>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0" name="Google Shape;1860;p18"/>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1" name="Google Shape;1861;p18"/>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2" name="Google Shape;1862;p18"/>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3" name="Google Shape;1863;p18"/>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4" name="Google Shape;1864;p18"/>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5" name="Google Shape;1865;p18"/>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6" name="Google Shape;1866;p18"/>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7" name="Google Shape;1867;p18"/>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8" name="Google Shape;1868;p18"/>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69" name="Google Shape;1869;p18"/>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870" name="Google Shape;1870;p18"/>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47"/>
        <p:cNvGrpSpPr/>
        <p:nvPr/>
      </p:nvGrpSpPr>
      <p:grpSpPr>
        <a:xfrm>
          <a:off x="0" y="0"/>
          <a:ext cx="0" cy="0"/>
          <a:chOff x="0" y="0"/>
          <a:chExt cx="0" cy="0"/>
        </a:xfrm>
      </p:grpSpPr>
      <p:grpSp>
        <p:nvGrpSpPr>
          <p:cNvPr id="2248" name="Google Shape;2248;p22"/>
          <p:cNvGrpSpPr/>
          <p:nvPr/>
        </p:nvGrpSpPr>
        <p:grpSpPr>
          <a:xfrm>
            <a:off x="0" y="0"/>
            <a:ext cx="9143995" cy="5143491"/>
            <a:chOff x="0" y="0"/>
            <a:chExt cx="9143995" cy="5143491"/>
          </a:xfrm>
        </p:grpSpPr>
        <p:sp>
          <p:nvSpPr>
            <p:cNvPr id="2249" name="Google Shape;2249;p22"/>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0" name="Google Shape;2250;p22"/>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1" name="Google Shape;2251;p22"/>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2" name="Google Shape;2252;p22"/>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3" name="Google Shape;2253;p22"/>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4" name="Google Shape;2254;p22"/>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5" name="Google Shape;2255;p22"/>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6" name="Google Shape;2256;p22"/>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7" name="Google Shape;2257;p22"/>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8" name="Google Shape;2258;p22"/>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59" name="Google Shape;2259;p22"/>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0" name="Google Shape;2260;p22"/>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1" name="Google Shape;2261;p22"/>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2" name="Google Shape;2262;p22"/>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3" name="Google Shape;2263;p22"/>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4" name="Google Shape;2264;p22"/>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5" name="Google Shape;2265;p22"/>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6" name="Google Shape;2266;p22"/>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7" name="Google Shape;2267;p22"/>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8" name="Google Shape;2268;p22"/>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69" name="Google Shape;2269;p22"/>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0" name="Google Shape;2270;p22"/>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1" name="Google Shape;2271;p22"/>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2" name="Google Shape;2272;p22"/>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3" name="Google Shape;2273;p22"/>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4" name="Google Shape;2274;p22"/>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5" name="Google Shape;2275;p22"/>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6" name="Google Shape;2276;p22"/>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7" name="Google Shape;2277;p22"/>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8" name="Google Shape;2278;p22"/>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79" name="Google Shape;2279;p22"/>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0" name="Google Shape;2280;p22"/>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1" name="Google Shape;2281;p22"/>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2" name="Google Shape;2282;p22"/>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3" name="Google Shape;2283;p22"/>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4" name="Google Shape;2284;p22"/>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5" name="Google Shape;2285;p22"/>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6" name="Google Shape;2286;p22"/>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7" name="Google Shape;2287;p22"/>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8" name="Google Shape;2288;p22"/>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89" name="Google Shape;2289;p22"/>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0" name="Google Shape;2290;p22"/>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1" name="Google Shape;2291;p22"/>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2" name="Google Shape;2292;p22"/>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3" name="Google Shape;2293;p22"/>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4" name="Google Shape;2294;p22"/>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5" name="Google Shape;2295;p22"/>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6" name="Google Shape;2296;p22"/>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7" name="Google Shape;2297;p22"/>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8" name="Google Shape;2298;p22"/>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299" name="Google Shape;2299;p22"/>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0" name="Google Shape;2300;p22"/>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1" name="Google Shape;2301;p22"/>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2" name="Google Shape;2302;p22"/>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3" name="Google Shape;2303;p22"/>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4" name="Google Shape;2304;p22"/>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5" name="Google Shape;2305;p22"/>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6" name="Google Shape;2306;p22"/>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7" name="Google Shape;2307;p22"/>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8" name="Google Shape;2308;p22"/>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09" name="Google Shape;2309;p22"/>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0" name="Google Shape;2310;p22"/>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1" name="Google Shape;2311;p22"/>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2" name="Google Shape;2312;p22"/>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3" name="Google Shape;2313;p22"/>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4" name="Google Shape;2314;p22"/>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5" name="Google Shape;2315;p22"/>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6" name="Google Shape;2316;p22"/>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7" name="Google Shape;2317;p22"/>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8" name="Google Shape;2318;p22"/>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19" name="Google Shape;2319;p22"/>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0" name="Google Shape;2320;p22"/>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1" name="Google Shape;2321;p22"/>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2" name="Google Shape;2322;p22"/>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3" name="Google Shape;2323;p22"/>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4" name="Google Shape;2324;p22"/>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5" name="Google Shape;2325;p22"/>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6" name="Google Shape;2326;p22"/>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7" name="Google Shape;2327;p22"/>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8" name="Google Shape;2328;p22"/>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29" name="Google Shape;2329;p22"/>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0" name="Google Shape;2330;p22"/>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1" name="Google Shape;2331;p22"/>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2" name="Google Shape;2332;p22"/>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3" name="Google Shape;2333;p22"/>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4" name="Google Shape;2334;p22"/>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5" name="Google Shape;2335;p22"/>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6" name="Google Shape;2336;p22"/>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7" name="Google Shape;2337;p22"/>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8" name="Google Shape;2338;p22"/>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39" name="Google Shape;2339;p22"/>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340" name="Google Shape;2340;p22"/>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2341" name="Google Shape;2341;p22"/>
          <p:cNvGrpSpPr/>
          <p:nvPr/>
        </p:nvGrpSpPr>
        <p:grpSpPr>
          <a:xfrm rot="10800000" flipH="1">
            <a:off x="-25" y="539501"/>
            <a:ext cx="713204" cy="4057299"/>
            <a:chOff x="-17" y="539499"/>
            <a:chExt cx="453231" cy="4057299"/>
          </a:xfrm>
        </p:grpSpPr>
        <p:sp>
          <p:nvSpPr>
            <p:cNvPr id="2342" name="Google Shape;2342;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3" name="Google Shape;2343;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4" name="Google Shape;2344;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5" name="Google Shape;2345;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6" name="Google Shape;2346;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7" name="Google Shape;2347;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8" name="Google Shape;2348;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49" name="Google Shape;2349;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0" name="Google Shape;2350;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1" name="Google Shape;2351;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2" name="Google Shape;2352;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3" name="Google Shape;2353;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4" name="Google Shape;2354;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5" name="Google Shape;2355;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6" name="Google Shape;2356;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7" name="Google Shape;2357;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8" name="Google Shape;2358;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59" name="Google Shape;2359;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0" name="Google Shape;2360;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1" name="Google Shape;2361;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2" name="Google Shape;2362;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3" name="Google Shape;2363;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4" name="Google Shape;2364;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5" name="Google Shape;2365;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6" name="Google Shape;2366;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7" name="Google Shape;2367;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8" name="Google Shape;2368;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69" name="Google Shape;2369;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0" name="Google Shape;2370;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1" name="Google Shape;2371;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372" name="Google Shape;2372;p22"/>
          <p:cNvGrpSpPr/>
          <p:nvPr/>
        </p:nvGrpSpPr>
        <p:grpSpPr>
          <a:xfrm>
            <a:off x="-12" y="539500"/>
            <a:ext cx="499460" cy="4057299"/>
            <a:chOff x="-17" y="539499"/>
            <a:chExt cx="453231" cy="4057299"/>
          </a:xfrm>
        </p:grpSpPr>
        <p:sp>
          <p:nvSpPr>
            <p:cNvPr id="2373" name="Google Shape;2373;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4" name="Google Shape;2374;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5" name="Google Shape;2375;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6" name="Google Shape;2376;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7" name="Google Shape;2377;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8" name="Google Shape;2378;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79" name="Google Shape;2379;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0" name="Google Shape;2380;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1" name="Google Shape;2381;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2" name="Google Shape;2382;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3" name="Google Shape;2383;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4" name="Google Shape;2384;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5" name="Google Shape;2385;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6" name="Google Shape;2386;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7" name="Google Shape;2387;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8" name="Google Shape;2388;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89" name="Google Shape;2389;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0" name="Google Shape;2390;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1" name="Google Shape;2391;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2" name="Google Shape;2392;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3" name="Google Shape;2393;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4" name="Google Shape;2394;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5" name="Google Shape;2395;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6" name="Google Shape;2396;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7" name="Google Shape;2397;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8" name="Google Shape;2398;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399" name="Google Shape;2399;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0" name="Google Shape;2400;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1" name="Google Shape;2401;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2" name="Google Shape;2402;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403" name="Google Shape;2403;p22"/>
          <p:cNvGrpSpPr/>
          <p:nvPr/>
        </p:nvGrpSpPr>
        <p:grpSpPr>
          <a:xfrm flipH="1">
            <a:off x="8430796" y="543100"/>
            <a:ext cx="713204" cy="4057299"/>
            <a:chOff x="-17" y="539499"/>
            <a:chExt cx="453231" cy="4057299"/>
          </a:xfrm>
        </p:grpSpPr>
        <p:sp>
          <p:nvSpPr>
            <p:cNvPr id="2404" name="Google Shape;2404;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5" name="Google Shape;2405;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6" name="Google Shape;2406;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7" name="Google Shape;2407;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8" name="Google Shape;2408;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09" name="Google Shape;2409;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0" name="Google Shape;2410;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1" name="Google Shape;2411;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2" name="Google Shape;2412;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3" name="Google Shape;2413;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4" name="Google Shape;2414;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5" name="Google Shape;2415;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6" name="Google Shape;2416;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7" name="Google Shape;2417;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8" name="Google Shape;2418;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19" name="Google Shape;2419;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0" name="Google Shape;2420;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1" name="Google Shape;2421;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2" name="Google Shape;2422;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3" name="Google Shape;2423;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4" name="Google Shape;2424;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5" name="Google Shape;2425;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6" name="Google Shape;2426;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7" name="Google Shape;2427;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8" name="Google Shape;2428;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29" name="Google Shape;2429;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0" name="Google Shape;2430;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1" name="Google Shape;2431;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2" name="Google Shape;2432;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lt2"/>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3" name="Google Shape;2433;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434" name="Google Shape;2434;p22"/>
          <p:cNvGrpSpPr/>
          <p:nvPr/>
        </p:nvGrpSpPr>
        <p:grpSpPr>
          <a:xfrm rot="10800000">
            <a:off x="8644526" y="543101"/>
            <a:ext cx="499460" cy="4057299"/>
            <a:chOff x="-17" y="539499"/>
            <a:chExt cx="453231" cy="4057299"/>
          </a:xfrm>
        </p:grpSpPr>
        <p:sp>
          <p:nvSpPr>
            <p:cNvPr id="2435" name="Google Shape;2435;p22"/>
            <p:cNvSpPr/>
            <p:nvPr/>
          </p:nvSpPr>
          <p:spPr>
            <a:xfrm rot="5400000">
              <a:off x="53069" y="1582766"/>
              <a:ext cx="82937" cy="189109"/>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6" name="Google Shape;2436;p22"/>
            <p:cNvSpPr/>
            <p:nvPr/>
          </p:nvSpPr>
          <p:spPr>
            <a:xfrm rot="5400000">
              <a:off x="127680" y="1919535"/>
              <a:ext cx="82606" cy="33800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7" name="Google Shape;2437;p22"/>
            <p:cNvSpPr/>
            <p:nvPr/>
          </p:nvSpPr>
          <p:spPr>
            <a:xfrm rot="5400000">
              <a:off x="185130" y="2409932"/>
              <a:ext cx="82937" cy="453231"/>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8" name="Google Shape;2438;p22"/>
            <p:cNvSpPr/>
            <p:nvPr/>
          </p:nvSpPr>
          <p:spPr>
            <a:xfrm rot="5400000">
              <a:off x="150752" y="3267071"/>
              <a:ext cx="82606" cy="384143"/>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39" name="Google Shape;2439;p22"/>
            <p:cNvSpPr/>
            <p:nvPr/>
          </p:nvSpPr>
          <p:spPr>
            <a:xfrm rot="5400000">
              <a:off x="90741" y="2778574"/>
              <a:ext cx="82606" cy="264122"/>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0" name="Google Shape;2440;p22"/>
            <p:cNvSpPr/>
            <p:nvPr/>
          </p:nvSpPr>
          <p:spPr>
            <a:xfrm rot="5400000">
              <a:off x="32370" y="1466670"/>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1" name="Google Shape;2441;p22"/>
            <p:cNvSpPr/>
            <p:nvPr/>
          </p:nvSpPr>
          <p:spPr>
            <a:xfrm rot="5400000">
              <a:off x="32306" y="1877783"/>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2" name="Google Shape;2442;p22"/>
            <p:cNvSpPr/>
            <p:nvPr/>
          </p:nvSpPr>
          <p:spPr>
            <a:xfrm rot="5400000">
              <a:off x="97321" y="2360945"/>
              <a:ext cx="82937" cy="277612"/>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3" name="Google Shape;2443;p22"/>
            <p:cNvSpPr/>
            <p:nvPr/>
          </p:nvSpPr>
          <p:spPr>
            <a:xfrm rot="5400000">
              <a:off x="19447" y="3124122"/>
              <a:ext cx="82606" cy="121534"/>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4" name="Google Shape;2444;p22"/>
            <p:cNvSpPr/>
            <p:nvPr/>
          </p:nvSpPr>
          <p:spPr>
            <a:xfrm rot="5400000">
              <a:off x="-10936" y="3839808"/>
              <a:ext cx="82606" cy="60767"/>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5" name="Google Shape;2445;p22"/>
            <p:cNvSpPr/>
            <p:nvPr/>
          </p:nvSpPr>
          <p:spPr>
            <a:xfrm rot="5400000">
              <a:off x="36404" y="3655341"/>
              <a:ext cx="82606" cy="155447"/>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6" name="Google Shape;2446;p22"/>
            <p:cNvSpPr/>
            <p:nvPr/>
          </p:nvSpPr>
          <p:spPr>
            <a:xfrm rot="5400000">
              <a:off x="23001" y="4354047"/>
              <a:ext cx="82937" cy="128972"/>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7" name="Google Shape;2447;p22"/>
            <p:cNvSpPr/>
            <p:nvPr/>
          </p:nvSpPr>
          <p:spPr>
            <a:xfrm rot="5400000">
              <a:off x="2995" y="4237257"/>
              <a:ext cx="82606" cy="88629"/>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8" name="Google Shape;2448;p22"/>
            <p:cNvSpPr/>
            <p:nvPr/>
          </p:nvSpPr>
          <p:spPr>
            <a:xfrm rot="5400000">
              <a:off x="12324" y="4501851"/>
              <a:ext cx="82606" cy="107288"/>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49" name="Google Shape;2449;p22"/>
            <p:cNvSpPr/>
            <p:nvPr/>
          </p:nvSpPr>
          <p:spPr>
            <a:xfrm rot="5400000">
              <a:off x="67418" y="4035708"/>
              <a:ext cx="82606" cy="217475"/>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0" name="Google Shape;2450;p22"/>
            <p:cNvSpPr/>
            <p:nvPr/>
          </p:nvSpPr>
          <p:spPr>
            <a:xfrm rot="5400000">
              <a:off x="46427" y="3234269"/>
              <a:ext cx="82606" cy="175493"/>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1" name="Google Shape;2451;p22"/>
            <p:cNvSpPr/>
            <p:nvPr/>
          </p:nvSpPr>
          <p:spPr>
            <a:xfrm rot="5400000">
              <a:off x="32370" y="2151973"/>
              <a:ext cx="82606" cy="147379"/>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2" name="Google Shape;2452;p22"/>
            <p:cNvSpPr/>
            <p:nvPr/>
          </p:nvSpPr>
          <p:spPr>
            <a:xfrm rot="5400000">
              <a:off x="32306" y="1192479"/>
              <a:ext cx="82606" cy="147253"/>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3" name="Google Shape;2453;p22"/>
            <p:cNvSpPr/>
            <p:nvPr/>
          </p:nvSpPr>
          <p:spPr>
            <a:xfrm rot="5400000">
              <a:off x="6777" y="943756"/>
              <a:ext cx="82606" cy="96193"/>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4" name="Google Shape;2454;p22"/>
            <p:cNvSpPr/>
            <p:nvPr/>
          </p:nvSpPr>
          <p:spPr>
            <a:xfrm rot="5400000">
              <a:off x="6549" y="669730"/>
              <a:ext cx="82937" cy="96067"/>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5" name="Google Shape;2455;p22"/>
            <p:cNvSpPr/>
            <p:nvPr/>
          </p:nvSpPr>
          <p:spPr>
            <a:xfrm rot="5400000">
              <a:off x="38988" y="774417"/>
              <a:ext cx="82606" cy="160616"/>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6" name="Google Shape;2456;p22"/>
            <p:cNvSpPr/>
            <p:nvPr/>
          </p:nvSpPr>
          <p:spPr>
            <a:xfrm rot="5400000">
              <a:off x="-10747" y="1372660"/>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7" name="Google Shape;2457;p22"/>
            <p:cNvSpPr/>
            <p:nvPr/>
          </p:nvSpPr>
          <p:spPr>
            <a:xfrm rot="5400000">
              <a:off x="-10912" y="1783875"/>
              <a:ext cx="82937" cy="61145"/>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8" name="Google Shape;2458;p22"/>
            <p:cNvSpPr/>
            <p:nvPr/>
          </p:nvSpPr>
          <p:spPr>
            <a:xfrm rot="5400000">
              <a:off x="-10747" y="2332216"/>
              <a:ext cx="82606" cy="61145"/>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59" name="Google Shape;2459;p22"/>
            <p:cNvSpPr/>
            <p:nvPr/>
          </p:nvSpPr>
          <p:spPr>
            <a:xfrm rot="5400000">
              <a:off x="73532" y="2932910"/>
              <a:ext cx="82606" cy="229704"/>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0" name="Google Shape;2460;p22"/>
            <p:cNvSpPr/>
            <p:nvPr/>
          </p:nvSpPr>
          <p:spPr>
            <a:xfrm rot="5400000">
              <a:off x="-22283" y="2754471"/>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1" name="Google Shape;2461;p22"/>
            <p:cNvSpPr/>
            <p:nvPr/>
          </p:nvSpPr>
          <p:spPr>
            <a:xfrm rot="5400000">
              <a:off x="-22448" y="3577067"/>
              <a:ext cx="82937" cy="38074"/>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2" name="Google Shape;2462;p22"/>
            <p:cNvSpPr/>
            <p:nvPr/>
          </p:nvSpPr>
          <p:spPr>
            <a:xfrm rot="5400000">
              <a:off x="-22283" y="3988282"/>
              <a:ext cx="82606" cy="38074"/>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3" name="Google Shape;2463;p22"/>
            <p:cNvSpPr/>
            <p:nvPr/>
          </p:nvSpPr>
          <p:spPr>
            <a:xfrm rot="5400000">
              <a:off x="-26065" y="1113724"/>
              <a:ext cx="82606" cy="3051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464" name="Google Shape;2464;p22"/>
            <p:cNvSpPr/>
            <p:nvPr/>
          </p:nvSpPr>
          <p:spPr>
            <a:xfrm rot="5400000">
              <a:off x="78071" y="461412"/>
              <a:ext cx="82606" cy="238781"/>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465"/>
        <p:cNvGrpSpPr/>
        <p:nvPr/>
      </p:nvGrpSpPr>
      <p:grpSpPr>
        <a:xfrm>
          <a:off x="0" y="0"/>
          <a:ext cx="0" cy="0"/>
          <a:chOff x="0" y="0"/>
          <a:chExt cx="0" cy="0"/>
        </a:xfrm>
      </p:grpSpPr>
      <p:grpSp>
        <p:nvGrpSpPr>
          <p:cNvPr id="2466" name="Google Shape;2466;p23"/>
          <p:cNvGrpSpPr/>
          <p:nvPr/>
        </p:nvGrpSpPr>
        <p:grpSpPr>
          <a:xfrm>
            <a:off x="0" y="0"/>
            <a:ext cx="9143995" cy="5143491"/>
            <a:chOff x="0" y="0"/>
            <a:chExt cx="9143995" cy="5143491"/>
          </a:xfrm>
        </p:grpSpPr>
        <p:sp>
          <p:nvSpPr>
            <p:cNvPr id="2467" name="Google Shape;2467;p23"/>
            <p:cNvSpPr/>
            <p:nvPr/>
          </p:nvSpPr>
          <p:spPr>
            <a:xfrm>
              <a:off x="0" y="19319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8" name="Google Shape;2468;p23"/>
            <p:cNvSpPr/>
            <p:nvPr/>
          </p:nvSpPr>
          <p:spPr>
            <a:xfrm>
              <a:off x="0" y="401120"/>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69" name="Google Shape;2469;p23"/>
            <p:cNvSpPr/>
            <p:nvPr/>
          </p:nvSpPr>
          <p:spPr>
            <a:xfrm>
              <a:off x="0" y="60904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0" name="Google Shape;2470;p23"/>
            <p:cNvSpPr/>
            <p:nvPr/>
          </p:nvSpPr>
          <p:spPr>
            <a:xfrm>
              <a:off x="0" y="81697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1" name="Google Shape;2471;p23"/>
            <p:cNvSpPr/>
            <p:nvPr/>
          </p:nvSpPr>
          <p:spPr>
            <a:xfrm>
              <a:off x="0" y="102408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2" name="Google Shape;2472;p23"/>
            <p:cNvSpPr/>
            <p:nvPr/>
          </p:nvSpPr>
          <p:spPr>
            <a:xfrm>
              <a:off x="0" y="123201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3" name="Google Shape;2473;p23"/>
            <p:cNvSpPr/>
            <p:nvPr/>
          </p:nvSpPr>
          <p:spPr>
            <a:xfrm>
              <a:off x="0" y="143994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4" name="Google Shape;2474;p23"/>
            <p:cNvSpPr/>
            <p:nvPr/>
          </p:nvSpPr>
          <p:spPr>
            <a:xfrm>
              <a:off x="0" y="164786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5" name="Google Shape;2475;p23"/>
            <p:cNvSpPr/>
            <p:nvPr/>
          </p:nvSpPr>
          <p:spPr>
            <a:xfrm>
              <a:off x="0" y="1854977"/>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6" name="Google Shape;2476;p23"/>
            <p:cNvSpPr/>
            <p:nvPr/>
          </p:nvSpPr>
          <p:spPr>
            <a:xfrm>
              <a:off x="0" y="206290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7" name="Google Shape;2477;p23"/>
            <p:cNvSpPr/>
            <p:nvPr/>
          </p:nvSpPr>
          <p:spPr>
            <a:xfrm>
              <a:off x="0" y="227083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8" name="Google Shape;2478;p23"/>
            <p:cNvSpPr/>
            <p:nvPr/>
          </p:nvSpPr>
          <p:spPr>
            <a:xfrm>
              <a:off x="0" y="247876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79" name="Google Shape;2479;p23"/>
            <p:cNvSpPr/>
            <p:nvPr/>
          </p:nvSpPr>
          <p:spPr>
            <a:xfrm>
              <a:off x="0" y="2686688"/>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0" name="Google Shape;2480;p23"/>
            <p:cNvSpPr/>
            <p:nvPr/>
          </p:nvSpPr>
          <p:spPr>
            <a:xfrm>
              <a:off x="0" y="289461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1" name="Google Shape;2481;p23"/>
            <p:cNvSpPr/>
            <p:nvPr/>
          </p:nvSpPr>
          <p:spPr>
            <a:xfrm>
              <a:off x="0" y="3102544"/>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2" name="Google Shape;2482;p23"/>
            <p:cNvSpPr/>
            <p:nvPr/>
          </p:nvSpPr>
          <p:spPr>
            <a:xfrm>
              <a:off x="0" y="330965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3" name="Google Shape;2483;p23"/>
            <p:cNvSpPr/>
            <p:nvPr/>
          </p:nvSpPr>
          <p:spPr>
            <a:xfrm>
              <a:off x="0" y="351758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4" name="Google Shape;2484;p23"/>
            <p:cNvSpPr/>
            <p:nvPr/>
          </p:nvSpPr>
          <p:spPr>
            <a:xfrm>
              <a:off x="0" y="372550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5" name="Google Shape;2485;p23"/>
            <p:cNvSpPr/>
            <p:nvPr/>
          </p:nvSpPr>
          <p:spPr>
            <a:xfrm>
              <a:off x="0" y="393343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6" name="Google Shape;2486;p23"/>
            <p:cNvSpPr/>
            <p:nvPr/>
          </p:nvSpPr>
          <p:spPr>
            <a:xfrm>
              <a:off x="0" y="4140545"/>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7" name="Google Shape;2487;p23"/>
            <p:cNvSpPr/>
            <p:nvPr/>
          </p:nvSpPr>
          <p:spPr>
            <a:xfrm>
              <a:off x="0" y="4348473"/>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8" name="Google Shape;2488;p23"/>
            <p:cNvSpPr/>
            <p:nvPr/>
          </p:nvSpPr>
          <p:spPr>
            <a:xfrm>
              <a:off x="0" y="4556401"/>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89" name="Google Shape;2489;p23"/>
            <p:cNvSpPr/>
            <p:nvPr/>
          </p:nvSpPr>
          <p:spPr>
            <a:xfrm>
              <a:off x="0" y="4764329"/>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0" name="Google Shape;2490;p23"/>
            <p:cNvSpPr/>
            <p:nvPr/>
          </p:nvSpPr>
          <p:spPr>
            <a:xfrm>
              <a:off x="0" y="4972256"/>
              <a:ext cx="8792700"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1" name="Google Shape;2491;p23"/>
            <p:cNvSpPr/>
            <p:nvPr/>
          </p:nvSpPr>
          <p:spPr>
            <a:xfrm>
              <a:off x="86768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2" name="Google Shape;2492;p23"/>
            <p:cNvSpPr/>
            <p:nvPr/>
          </p:nvSpPr>
          <p:spPr>
            <a:xfrm>
              <a:off x="847046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3" name="Google Shape;2493;p23"/>
            <p:cNvSpPr/>
            <p:nvPr/>
          </p:nvSpPr>
          <p:spPr>
            <a:xfrm>
              <a:off x="826327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4" name="Google Shape;2494;p23"/>
            <p:cNvSpPr/>
            <p:nvPr/>
          </p:nvSpPr>
          <p:spPr>
            <a:xfrm>
              <a:off x="805608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5" name="Google Shape;2495;p23"/>
            <p:cNvSpPr/>
            <p:nvPr/>
          </p:nvSpPr>
          <p:spPr>
            <a:xfrm>
              <a:off x="78488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6" name="Google Shape;2496;p23"/>
            <p:cNvSpPr/>
            <p:nvPr/>
          </p:nvSpPr>
          <p:spPr>
            <a:xfrm>
              <a:off x="764169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7" name="Google Shape;2497;p23"/>
            <p:cNvSpPr/>
            <p:nvPr/>
          </p:nvSpPr>
          <p:spPr>
            <a:xfrm>
              <a:off x="74345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8" name="Google Shape;2498;p23"/>
            <p:cNvSpPr/>
            <p:nvPr/>
          </p:nvSpPr>
          <p:spPr>
            <a:xfrm>
              <a:off x="722730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499" name="Google Shape;2499;p23"/>
            <p:cNvSpPr/>
            <p:nvPr/>
          </p:nvSpPr>
          <p:spPr>
            <a:xfrm>
              <a:off x="702093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0" name="Google Shape;2500;p23"/>
            <p:cNvSpPr/>
            <p:nvPr/>
          </p:nvSpPr>
          <p:spPr>
            <a:xfrm>
              <a:off x="68137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1" name="Google Shape;2501;p23"/>
            <p:cNvSpPr/>
            <p:nvPr/>
          </p:nvSpPr>
          <p:spPr>
            <a:xfrm>
              <a:off x="66065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2" name="Google Shape;2502;p23"/>
            <p:cNvSpPr/>
            <p:nvPr/>
          </p:nvSpPr>
          <p:spPr>
            <a:xfrm>
              <a:off x="639934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3" name="Google Shape;2503;p23"/>
            <p:cNvSpPr/>
            <p:nvPr/>
          </p:nvSpPr>
          <p:spPr>
            <a:xfrm>
              <a:off x="619297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4" name="Google Shape;2504;p23"/>
            <p:cNvSpPr/>
            <p:nvPr/>
          </p:nvSpPr>
          <p:spPr>
            <a:xfrm>
              <a:off x="598577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5" name="Google Shape;2505;p23"/>
            <p:cNvSpPr/>
            <p:nvPr/>
          </p:nvSpPr>
          <p:spPr>
            <a:xfrm>
              <a:off x="577858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6" name="Google Shape;2506;p23"/>
            <p:cNvSpPr/>
            <p:nvPr/>
          </p:nvSpPr>
          <p:spPr>
            <a:xfrm>
              <a:off x="55713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7" name="Google Shape;2507;p23"/>
            <p:cNvSpPr/>
            <p:nvPr/>
          </p:nvSpPr>
          <p:spPr>
            <a:xfrm>
              <a:off x="536501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8" name="Google Shape;2508;p23"/>
            <p:cNvSpPr/>
            <p:nvPr/>
          </p:nvSpPr>
          <p:spPr>
            <a:xfrm>
              <a:off x="515863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09" name="Google Shape;2509;p23"/>
            <p:cNvSpPr/>
            <p:nvPr/>
          </p:nvSpPr>
          <p:spPr>
            <a:xfrm>
              <a:off x="495144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0" name="Google Shape;2510;p23"/>
            <p:cNvSpPr/>
            <p:nvPr/>
          </p:nvSpPr>
          <p:spPr>
            <a:xfrm>
              <a:off x="474424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1" name="Google Shape;2511;p23"/>
            <p:cNvSpPr/>
            <p:nvPr/>
          </p:nvSpPr>
          <p:spPr>
            <a:xfrm>
              <a:off x="453705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2" name="Google Shape;2512;p23"/>
            <p:cNvSpPr/>
            <p:nvPr/>
          </p:nvSpPr>
          <p:spPr>
            <a:xfrm>
              <a:off x="432986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3" name="Google Shape;2513;p23"/>
            <p:cNvSpPr/>
            <p:nvPr/>
          </p:nvSpPr>
          <p:spPr>
            <a:xfrm>
              <a:off x="412266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4" name="Google Shape;2514;p23"/>
            <p:cNvSpPr/>
            <p:nvPr/>
          </p:nvSpPr>
          <p:spPr>
            <a:xfrm>
              <a:off x="391628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5" name="Google Shape;2515;p23"/>
            <p:cNvSpPr/>
            <p:nvPr/>
          </p:nvSpPr>
          <p:spPr>
            <a:xfrm>
              <a:off x="370909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6" name="Google Shape;2516;p23"/>
            <p:cNvSpPr/>
            <p:nvPr/>
          </p:nvSpPr>
          <p:spPr>
            <a:xfrm>
              <a:off x="350190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7" name="Google Shape;2517;p23"/>
            <p:cNvSpPr/>
            <p:nvPr/>
          </p:nvSpPr>
          <p:spPr>
            <a:xfrm>
              <a:off x="329470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8" name="Google Shape;2518;p23"/>
            <p:cNvSpPr/>
            <p:nvPr/>
          </p:nvSpPr>
          <p:spPr>
            <a:xfrm>
              <a:off x="308751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19" name="Google Shape;2519;p23"/>
            <p:cNvSpPr/>
            <p:nvPr/>
          </p:nvSpPr>
          <p:spPr>
            <a:xfrm>
              <a:off x="288113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0" name="Google Shape;2520;p23"/>
            <p:cNvSpPr/>
            <p:nvPr/>
          </p:nvSpPr>
          <p:spPr>
            <a:xfrm>
              <a:off x="267394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1" name="Google Shape;2521;p23"/>
            <p:cNvSpPr/>
            <p:nvPr/>
          </p:nvSpPr>
          <p:spPr>
            <a:xfrm>
              <a:off x="2466748"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2" name="Google Shape;2522;p23"/>
            <p:cNvSpPr/>
            <p:nvPr/>
          </p:nvSpPr>
          <p:spPr>
            <a:xfrm>
              <a:off x="225955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3" name="Google Shape;2523;p23"/>
            <p:cNvSpPr/>
            <p:nvPr/>
          </p:nvSpPr>
          <p:spPr>
            <a:xfrm>
              <a:off x="2052361"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4" name="Google Shape;2524;p23"/>
            <p:cNvSpPr/>
            <p:nvPr/>
          </p:nvSpPr>
          <p:spPr>
            <a:xfrm>
              <a:off x="1845983"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5" name="Google Shape;2525;p23"/>
            <p:cNvSpPr/>
            <p:nvPr/>
          </p:nvSpPr>
          <p:spPr>
            <a:xfrm>
              <a:off x="163879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6" name="Google Shape;2526;p23"/>
            <p:cNvSpPr/>
            <p:nvPr/>
          </p:nvSpPr>
          <p:spPr>
            <a:xfrm>
              <a:off x="143159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7" name="Google Shape;2527;p23"/>
            <p:cNvSpPr/>
            <p:nvPr/>
          </p:nvSpPr>
          <p:spPr>
            <a:xfrm>
              <a:off x="1224402"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8" name="Google Shape;2528;p23"/>
            <p:cNvSpPr/>
            <p:nvPr/>
          </p:nvSpPr>
          <p:spPr>
            <a:xfrm>
              <a:off x="1017209"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29" name="Google Shape;2529;p23"/>
            <p:cNvSpPr/>
            <p:nvPr/>
          </p:nvSpPr>
          <p:spPr>
            <a:xfrm>
              <a:off x="810015"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0" name="Google Shape;2530;p23"/>
            <p:cNvSpPr/>
            <p:nvPr/>
          </p:nvSpPr>
          <p:spPr>
            <a:xfrm>
              <a:off x="603637"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1" name="Google Shape;2531;p23"/>
            <p:cNvSpPr/>
            <p:nvPr/>
          </p:nvSpPr>
          <p:spPr>
            <a:xfrm>
              <a:off x="396444"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2" name="Google Shape;2532;p23"/>
            <p:cNvSpPr/>
            <p:nvPr/>
          </p:nvSpPr>
          <p:spPr>
            <a:xfrm>
              <a:off x="18925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3" name="Google Shape;2533;p23"/>
            <p:cNvSpPr/>
            <p:nvPr/>
          </p:nvSpPr>
          <p:spPr>
            <a:xfrm>
              <a:off x="8716176" y="19320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4" name="Google Shape;2534;p23"/>
            <p:cNvSpPr/>
            <p:nvPr/>
          </p:nvSpPr>
          <p:spPr>
            <a:xfrm>
              <a:off x="8716176" y="40112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5" name="Google Shape;2535;p23"/>
            <p:cNvSpPr/>
            <p:nvPr/>
          </p:nvSpPr>
          <p:spPr>
            <a:xfrm>
              <a:off x="8716176" y="60905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6" name="Google Shape;2536;p23"/>
            <p:cNvSpPr/>
            <p:nvPr/>
          </p:nvSpPr>
          <p:spPr>
            <a:xfrm>
              <a:off x="8716176" y="81698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7" name="Google Shape;2537;p23"/>
            <p:cNvSpPr/>
            <p:nvPr/>
          </p:nvSpPr>
          <p:spPr>
            <a:xfrm>
              <a:off x="8716176" y="102409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8" name="Google Shape;2538;p23"/>
            <p:cNvSpPr/>
            <p:nvPr/>
          </p:nvSpPr>
          <p:spPr>
            <a:xfrm>
              <a:off x="8716176" y="123201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39" name="Google Shape;2539;p23"/>
            <p:cNvSpPr/>
            <p:nvPr/>
          </p:nvSpPr>
          <p:spPr>
            <a:xfrm>
              <a:off x="8716176" y="143994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0" name="Google Shape;2540;p23"/>
            <p:cNvSpPr/>
            <p:nvPr/>
          </p:nvSpPr>
          <p:spPr>
            <a:xfrm>
              <a:off x="8716176" y="164787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1" name="Google Shape;2541;p23"/>
            <p:cNvSpPr/>
            <p:nvPr/>
          </p:nvSpPr>
          <p:spPr>
            <a:xfrm>
              <a:off x="8716176" y="185498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2" name="Google Shape;2542;p23"/>
            <p:cNvSpPr/>
            <p:nvPr/>
          </p:nvSpPr>
          <p:spPr>
            <a:xfrm>
              <a:off x="8716176" y="2062907"/>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3" name="Google Shape;2543;p23"/>
            <p:cNvSpPr/>
            <p:nvPr/>
          </p:nvSpPr>
          <p:spPr>
            <a:xfrm>
              <a:off x="8716176" y="2270834"/>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4" name="Google Shape;2544;p23"/>
            <p:cNvSpPr/>
            <p:nvPr/>
          </p:nvSpPr>
          <p:spPr>
            <a:xfrm>
              <a:off x="8716176" y="247876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5" name="Google Shape;2545;p23"/>
            <p:cNvSpPr/>
            <p:nvPr/>
          </p:nvSpPr>
          <p:spPr>
            <a:xfrm>
              <a:off x="8716176" y="268668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6" name="Google Shape;2546;p23"/>
            <p:cNvSpPr/>
            <p:nvPr/>
          </p:nvSpPr>
          <p:spPr>
            <a:xfrm>
              <a:off x="8716176" y="289461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7" name="Google Shape;2547;p23"/>
            <p:cNvSpPr/>
            <p:nvPr/>
          </p:nvSpPr>
          <p:spPr>
            <a:xfrm>
              <a:off x="8716176" y="310254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8" name="Google Shape;2548;p23"/>
            <p:cNvSpPr/>
            <p:nvPr/>
          </p:nvSpPr>
          <p:spPr>
            <a:xfrm>
              <a:off x="8716176" y="330965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49" name="Google Shape;2549;p23"/>
            <p:cNvSpPr/>
            <p:nvPr/>
          </p:nvSpPr>
          <p:spPr>
            <a:xfrm>
              <a:off x="8716176" y="351757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0" name="Google Shape;2550;p23"/>
            <p:cNvSpPr/>
            <p:nvPr/>
          </p:nvSpPr>
          <p:spPr>
            <a:xfrm>
              <a:off x="8716176" y="372550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1" name="Google Shape;2551;p23"/>
            <p:cNvSpPr/>
            <p:nvPr/>
          </p:nvSpPr>
          <p:spPr>
            <a:xfrm>
              <a:off x="8716176" y="393343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2" name="Google Shape;2552;p23"/>
            <p:cNvSpPr/>
            <p:nvPr/>
          </p:nvSpPr>
          <p:spPr>
            <a:xfrm>
              <a:off x="8716176" y="4140541"/>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3" name="Google Shape;2553;p23"/>
            <p:cNvSpPr/>
            <p:nvPr/>
          </p:nvSpPr>
          <p:spPr>
            <a:xfrm>
              <a:off x="8716176" y="4348469"/>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4" name="Google Shape;2554;p23"/>
            <p:cNvSpPr/>
            <p:nvPr/>
          </p:nvSpPr>
          <p:spPr>
            <a:xfrm>
              <a:off x="8716176" y="4556396"/>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5" name="Google Shape;2555;p23"/>
            <p:cNvSpPr/>
            <p:nvPr/>
          </p:nvSpPr>
          <p:spPr>
            <a:xfrm>
              <a:off x="8716176" y="4764323"/>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6" name="Google Shape;2556;p23"/>
            <p:cNvSpPr/>
            <p:nvPr/>
          </p:nvSpPr>
          <p:spPr>
            <a:xfrm>
              <a:off x="8716176" y="4972250"/>
              <a:ext cx="427819" cy="0"/>
            </a:xfrm>
            <a:custGeom>
              <a:avLst/>
              <a:gdLst/>
              <a:ahLst/>
              <a:cxnLst/>
              <a:rect l="l" t="t" r="r" b="b"/>
              <a:pathLst>
                <a:path w="10779" h="120000" fill="none" extrusionOk="0">
                  <a:moveTo>
                    <a:pt x="0" y="0"/>
                  </a:moveTo>
                  <a:lnTo>
                    <a:pt x="10779" y="0"/>
                  </a:lnTo>
                  <a:lnTo>
                    <a:pt x="10779" y="0"/>
                  </a:lnTo>
                </a:path>
              </a:pathLst>
            </a:custGeom>
            <a:noFill/>
            <a:ln w="9525" cap="flat" cmpd="sng">
              <a:solidFill>
                <a:schemeClr val="accent2"/>
              </a:solidFill>
              <a:prstDash val="dashDot"/>
              <a:miter lim="8000"/>
              <a:headEnd type="none" w="sm" len="sm"/>
              <a:tailEnd type="none" w="sm" len="sm"/>
            </a:ln>
          </p:spPr>
          <p:txBody>
            <a:bodyPr spcFirstLastPara="1" wrap="square" lIns="83575" tIns="0" rIns="83575" bIns="0"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7" name="Google Shape;2557;p23"/>
            <p:cNvSpPr/>
            <p:nvPr/>
          </p:nvSpPr>
          <p:spPr>
            <a:xfrm>
              <a:off x="9071500"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sp>
          <p:nvSpPr>
            <p:cNvPr id="2558" name="Google Shape;2558;p23"/>
            <p:cNvSpPr/>
            <p:nvPr/>
          </p:nvSpPr>
          <p:spPr>
            <a:xfrm>
              <a:off x="8864306" y="0"/>
              <a:ext cx="0" cy="5143491"/>
            </a:xfrm>
            <a:custGeom>
              <a:avLst/>
              <a:gdLst/>
              <a:ahLst/>
              <a:cxnLst/>
              <a:rect l="l" t="t" r="r" b="b"/>
              <a:pathLst>
                <a:path w="120000" h="12813" fill="none" extrusionOk="0">
                  <a:moveTo>
                    <a:pt x="0" y="0"/>
                  </a:moveTo>
                  <a:lnTo>
                    <a:pt x="0" y="12813"/>
                  </a:lnTo>
                  <a:lnTo>
                    <a:pt x="0" y="12813"/>
                  </a:lnTo>
                </a:path>
              </a:pathLst>
            </a:custGeom>
            <a:noFill/>
            <a:ln w="9525" cap="flat" cmpd="sng">
              <a:solidFill>
                <a:schemeClr val="accent2"/>
              </a:solidFill>
              <a:prstDash val="dashDot"/>
              <a:miter lim="8000"/>
              <a:headEnd type="none" w="sm" len="sm"/>
              <a:tailEnd type="none" w="sm" len="sm"/>
            </a:ln>
          </p:spPr>
          <p:txBody>
            <a:bodyPr spcFirstLastPara="1" wrap="square" lIns="83575" tIns="42775" rIns="83575" bIns="42775" anchor="ctr" anchorCtr="1">
              <a:noAutofit/>
            </a:bodyPr>
            <a:lstStyle/>
            <a:p>
              <a:pPr marL="0" marR="0" lvl="0" indent="0" algn="l" rtl="0">
                <a:spcBef>
                  <a:spcPts val="0"/>
                </a:spcBef>
                <a:spcAft>
                  <a:spcPts val="0"/>
                </a:spcAft>
                <a:buNone/>
              </a:pPr>
              <a:endParaRPr sz="1600" b="0" strike="noStrike">
                <a:solidFill>
                  <a:srgbClr val="000000"/>
                </a:solidFill>
                <a:latin typeface="Arial"/>
                <a:ea typeface="Arial"/>
                <a:cs typeface="Arial"/>
                <a:sym typeface="Arial"/>
              </a:endParaRPr>
            </a:p>
          </p:txBody>
        </p:sp>
      </p:grpSp>
      <p:grpSp>
        <p:nvGrpSpPr>
          <p:cNvPr id="2559" name="Google Shape;2559;p23"/>
          <p:cNvGrpSpPr/>
          <p:nvPr/>
        </p:nvGrpSpPr>
        <p:grpSpPr>
          <a:xfrm>
            <a:off x="7980795" y="4448478"/>
            <a:ext cx="1163258" cy="618818"/>
            <a:chOff x="6180480" y="488520"/>
            <a:chExt cx="1135440" cy="1313280"/>
          </a:xfrm>
        </p:grpSpPr>
        <p:sp>
          <p:nvSpPr>
            <p:cNvPr id="2560" name="Google Shape;2560;p23"/>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1" name="Google Shape;2561;p23"/>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2" name="Google Shape;2562;p23"/>
            <p:cNvSpPr/>
            <p:nvPr/>
          </p:nvSpPr>
          <p:spPr>
            <a:xfrm>
              <a:off x="7076520" y="794880"/>
              <a:ext cx="90360" cy="368280"/>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3" name="Google Shape;2563;p23"/>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4" name="Google Shape;2564;p23"/>
            <p:cNvSpPr/>
            <p:nvPr/>
          </p:nvSpPr>
          <p:spPr>
            <a:xfrm>
              <a:off x="7225920" y="488520"/>
              <a:ext cx="90000" cy="306360"/>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5" name="Google Shape;2565;p23"/>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6" name="Google Shape;2566;p23"/>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67" name="Google Shape;2567;p23"/>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568" name="Google Shape;2568;p23"/>
          <p:cNvGrpSpPr/>
          <p:nvPr/>
        </p:nvGrpSpPr>
        <p:grpSpPr>
          <a:xfrm>
            <a:off x="54301" y="23066"/>
            <a:ext cx="1469010" cy="516564"/>
            <a:chOff x="4687560" y="1801800"/>
            <a:chExt cx="1433880" cy="1767240"/>
          </a:xfrm>
        </p:grpSpPr>
        <p:sp>
          <p:nvSpPr>
            <p:cNvPr id="2569" name="Google Shape;2569;p23"/>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0" name="Google Shape;2570;p23"/>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1" name="Google Shape;2571;p23"/>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2" name="Google Shape;2572;p23"/>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3" name="Google Shape;2573;p23"/>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4" name="Google Shape;2574;p23"/>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5" name="Google Shape;2575;p23"/>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6" name="Google Shape;2576;p23"/>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7" name="Google Shape;2577;p23"/>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578" name="Google Shape;2578;p23"/>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1pPr>
            <a:lvl2pPr lvl="1"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2pPr>
            <a:lvl3pPr lvl="2"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3pPr>
            <a:lvl4pPr lvl="3"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4pPr>
            <a:lvl5pPr lvl="4"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5pPr>
            <a:lvl6pPr lvl="5"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6pPr>
            <a:lvl7pPr lvl="6"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7pPr>
            <a:lvl8pPr lvl="7"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8pPr>
            <a:lvl9pPr lvl="8" rtl="0">
              <a:spcBef>
                <a:spcPts val="0"/>
              </a:spcBef>
              <a:spcAft>
                <a:spcPts val="0"/>
              </a:spcAft>
              <a:buClr>
                <a:schemeClr val="dk1"/>
              </a:buClr>
              <a:buSzPts val="2800"/>
              <a:buFont typeface="Outfit ExtraBold"/>
              <a:buNone/>
              <a:defRPr sz="2800">
                <a:solidFill>
                  <a:schemeClr val="dk1"/>
                </a:solidFill>
                <a:latin typeface="Outfit ExtraBold"/>
                <a:ea typeface="Outfit ExtraBold"/>
                <a:cs typeface="Outfit ExtraBold"/>
                <a:sym typeface="Outfit ExtraBold"/>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8" r:id="rId4"/>
    <p:sldLayoutId id="2147483660" r:id="rId5"/>
    <p:sldLayoutId id="2147483664" r:id="rId6"/>
    <p:sldLayoutId id="2147483668" r:id="rId7"/>
    <p:sldLayoutId id="2147483669"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8"/>
        <p:cNvGrpSpPr/>
        <p:nvPr/>
      </p:nvGrpSpPr>
      <p:grpSpPr>
        <a:xfrm>
          <a:off x="0" y="0"/>
          <a:ext cx="0" cy="0"/>
          <a:chOff x="0" y="0"/>
          <a:chExt cx="0" cy="0"/>
        </a:xfrm>
      </p:grpSpPr>
      <p:sp>
        <p:nvSpPr>
          <p:cNvPr id="2589" name="Google Shape;2589;p27"/>
          <p:cNvSpPr txBox="1">
            <a:spLocks noGrp="1"/>
          </p:cNvSpPr>
          <p:nvPr>
            <p:ph type="subTitle" idx="1"/>
          </p:nvPr>
        </p:nvSpPr>
        <p:spPr>
          <a:xfrm>
            <a:off x="378691" y="3184323"/>
            <a:ext cx="8390467" cy="475800"/>
          </a:xfrm>
          <a:prstGeom prst="rect">
            <a:avLst/>
          </a:prstGeom>
        </p:spPr>
        <p:txBody>
          <a:bodyPr spcFirstLastPara="1" wrap="square" lIns="91425" tIns="91425" rIns="91425" bIns="91425" anchor="t" anchorCtr="0">
            <a:noAutofit/>
          </a:bodyPr>
          <a:lstStyle/>
          <a:p>
            <a:pPr marL="0" lvl="0" indent="0" algn="ctr"/>
            <a:r>
              <a:rPr lang="en-US" dirty="0"/>
              <a:t>Introduce </a:t>
            </a:r>
            <a:r>
              <a:rPr lang="en-US" dirty="0" err="1"/>
              <a:t>Olist</a:t>
            </a:r>
            <a:r>
              <a:rPr lang="en-US" dirty="0"/>
              <a:t> as one of Brazil's largest e-commerce marketplaces and frame the project as an end-to-end analytics initiative. Rather than creating standalone dashboards, the objective was to transform raw transactional data into strategic business intelligence that reveals how sales, logistics, and customer experience interact to influence marketplace performance.</a:t>
            </a:r>
            <a:endParaRPr dirty="0"/>
          </a:p>
        </p:txBody>
      </p:sp>
      <p:sp>
        <p:nvSpPr>
          <p:cNvPr id="2590" name="Google Shape;2590;p27"/>
          <p:cNvSpPr txBox="1">
            <a:spLocks noGrp="1"/>
          </p:cNvSpPr>
          <p:nvPr>
            <p:ph type="ctrTitle"/>
          </p:nvPr>
        </p:nvSpPr>
        <p:spPr>
          <a:xfrm>
            <a:off x="2940929" y="1633307"/>
            <a:ext cx="3265992" cy="1080533"/>
          </a:xfrm>
          <a:prstGeom prst="rect">
            <a:avLst/>
          </a:prstGeom>
        </p:spPr>
        <p:txBody>
          <a:bodyPr spcFirstLastPara="1" wrap="square" lIns="91425" tIns="91425" rIns="91425" bIns="91425" anchor="b" anchorCtr="0">
            <a:noAutofit/>
          </a:bodyPr>
          <a:lstStyle/>
          <a:p>
            <a:pPr lvl="0"/>
            <a:r>
              <a:rPr lang="af-ZA" sz="5000"/>
              <a:t>Olist 360°</a:t>
            </a:r>
            <a:endParaRPr sz="4500" dirty="0"/>
          </a:p>
        </p:txBody>
      </p:sp>
      <p:pic>
        <p:nvPicPr>
          <p:cNvPr id="2" name="Picture 1"/>
          <p:cNvPicPr>
            <a:picLocks noChangeAspect="1"/>
          </p:cNvPicPr>
          <p:nvPr/>
        </p:nvPicPr>
        <p:blipFill>
          <a:blip r:embed="rId3"/>
          <a:stretch>
            <a:fillRect/>
          </a:stretch>
        </p:blipFill>
        <p:spPr>
          <a:xfrm>
            <a:off x="3462185" y="687024"/>
            <a:ext cx="1508442" cy="1085020"/>
          </a:xfrm>
          <a:prstGeom prst="rect">
            <a:avLst/>
          </a:prstGeom>
        </p:spPr>
      </p:pic>
      <p:pic>
        <p:nvPicPr>
          <p:cNvPr id="3" name="Picture 2"/>
          <p:cNvPicPr>
            <a:picLocks noChangeAspect="1"/>
          </p:cNvPicPr>
          <p:nvPr/>
        </p:nvPicPr>
        <p:blipFill>
          <a:blip r:embed="rId4"/>
          <a:stretch>
            <a:fillRect/>
          </a:stretch>
        </p:blipFill>
        <p:spPr>
          <a:xfrm>
            <a:off x="1880374" y="687024"/>
            <a:ext cx="1657442" cy="1085020"/>
          </a:xfrm>
          <a:prstGeom prst="rect">
            <a:avLst/>
          </a:prstGeom>
        </p:spPr>
      </p:pic>
      <p:pic>
        <p:nvPicPr>
          <p:cNvPr id="6" name="Picture 5"/>
          <p:cNvPicPr>
            <a:picLocks noChangeAspect="1"/>
          </p:cNvPicPr>
          <p:nvPr/>
        </p:nvPicPr>
        <p:blipFill>
          <a:blip r:embed="rId4"/>
          <a:stretch>
            <a:fillRect/>
          </a:stretch>
        </p:blipFill>
        <p:spPr>
          <a:xfrm>
            <a:off x="280409" y="687024"/>
            <a:ext cx="1657442" cy="1085020"/>
          </a:xfrm>
          <a:prstGeom prst="rect">
            <a:avLst/>
          </a:prstGeom>
        </p:spPr>
      </p:pic>
      <p:pic>
        <p:nvPicPr>
          <p:cNvPr id="7" name="Picture 6"/>
          <p:cNvPicPr>
            <a:picLocks noChangeAspect="1"/>
          </p:cNvPicPr>
          <p:nvPr/>
        </p:nvPicPr>
        <p:blipFill>
          <a:blip r:embed="rId4"/>
          <a:stretch>
            <a:fillRect/>
          </a:stretch>
        </p:blipFill>
        <p:spPr>
          <a:xfrm>
            <a:off x="0" y="687024"/>
            <a:ext cx="1657442" cy="1085020"/>
          </a:xfrm>
          <a:prstGeom prst="rect">
            <a:avLst/>
          </a:prstGeom>
        </p:spPr>
      </p:pic>
      <p:pic>
        <p:nvPicPr>
          <p:cNvPr id="8" name="Picture 7"/>
          <p:cNvPicPr>
            <a:picLocks noChangeAspect="1"/>
          </p:cNvPicPr>
          <p:nvPr/>
        </p:nvPicPr>
        <p:blipFill>
          <a:blip r:embed="rId4"/>
          <a:stretch>
            <a:fillRect/>
          </a:stretch>
        </p:blipFill>
        <p:spPr>
          <a:xfrm>
            <a:off x="4846602" y="687024"/>
            <a:ext cx="1657442" cy="1085020"/>
          </a:xfrm>
          <a:prstGeom prst="rect">
            <a:avLst/>
          </a:prstGeom>
        </p:spPr>
      </p:pic>
      <p:pic>
        <p:nvPicPr>
          <p:cNvPr id="9" name="Picture 8"/>
          <p:cNvPicPr>
            <a:picLocks noChangeAspect="1"/>
          </p:cNvPicPr>
          <p:nvPr/>
        </p:nvPicPr>
        <p:blipFill>
          <a:blip r:embed="rId4"/>
          <a:stretch>
            <a:fillRect/>
          </a:stretch>
        </p:blipFill>
        <p:spPr>
          <a:xfrm>
            <a:off x="6494961" y="687024"/>
            <a:ext cx="1657442" cy="1085020"/>
          </a:xfrm>
          <a:prstGeom prst="rect">
            <a:avLst/>
          </a:prstGeom>
        </p:spPr>
      </p:pic>
      <p:pic>
        <p:nvPicPr>
          <p:cNvPr id="10" name="Picture 9"/>
          <p:cNvPicPr>
            <a:picLocks noChangeAspect="1"/>
          </p:cNvPicPr>
          <p:nvPr/>
        </p:nvPicPr>
        <p:blipFill>
          <a:blip r:embed="rId4"/>
          <a:stretch>
            <a:fillRect/>
          </a:stretch>
        </p:blipFill>
        <p:spPr>
          <a:xfrm>
            <a:off x="7490408" y="687024"/>
            <a:ext cx="1657442" cy="10850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20"/>
        <p:cNvGrpSpPr/>
        <p:nvPr/>
      </p:nvGrpSpPr>
      <p:grpSpPr>
        <a:xfrm>
          <a:off x="0" y="0"/>
          <a:ext cx="0" cy="0"/>
          <a:chOff x="0" y="0"/>
          <a:chExt cx="0" cy="0"/>
        </a:xfrm>
      </p:grpSpPr>
      <p:sp>
        <p:nvSpPr>
          <p:cNvPr id="2621" name="Google Shape;262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Introduction</a:t>
            </a:r>
            <a:endParaRPr dirty="0"/>
          </a:p>
        </p:txBody>
      </p:sp>
      <p:grpSp>
        <p:nvGrpSpPr>
          <p:cNvPr id="2624" name="Google Shape;2624;p30"/>
          <p:cNvGrpSpPr/>
          <p:nvPr/>
        </p:nvGrpSpPr>
        <p:grpSpPr>
          <a:xfrm>
            <a:off x="122000" y="4917447"/>
            <a:ext cx="4420450" cy="226056"/>
            <a:chOff x="122000" y="4917447"/>
            <a:chExt cx="4420450" cy="226056"/>
          </a:xfrm>
        </p:grpSpPr>
        <p:sp>
          <p:nvSpPr>
            <p:cNvPr id="2625" name="Google Shape;2625;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6" name="Google Shape;2626;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7" name="Google Shape;2627;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8" name="Google Shape;2628;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9" name="Google Shape;2629;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0" name="Google Shape;2630;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1" name="Google Shape;2631;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2" name="Google Shape;2632;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3" name="Google Shape;2633;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4" name="Google Shape;2634;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5" name="Google Shape;2635;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6" name="Google Shape;2636;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7" name="Google Shape;2637;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8" name="Google Shape;2638;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9" name="Google Shape;2639;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40" name="Google Shape;2640;p30"/>
          <p:cNvGrpSpPr/>
          <p:nvPr/>
        </p:nvGrpSpPr>
        <p:grpSpPr>
          <a:xfrm>
            <a:off x="4601500" y="4884626"/>
            <a:ext cx="4420450" cy="258877"/>
            <a:chOff x="4601500" y="4884626"/>
            <a:chExt cx="4420450" cy="258877"/>
          </a:xfrm>
        </p:grpSpPr>
        <p:sp>
          <p:nvSpPr>
            <p:cNvPr id="2641" name="Google Shape;2641;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2" name="Google Shape;2642;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3" name="Google Shape;2643;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4" name="Google Shape;2644;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5" name="Google Shape;2645;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6" name="Google Shape;2646;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7" name="Google Shape;2647;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8" name="Google Shape;2648;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9" name="Google Shape;2649;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0" name="Google Shape;2650;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1" name="Google Shape;2651;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2" name="Google Shape;2652;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3" name="Google Shape;2653;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4" name="Google Shape;2654;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5" name="Google Shape;2655;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56" name="Google Shape;2656;p30"/>
          <p:cNvGrpSpPr/>
          <p:nvPr/>
        </p:nvGrpSpPr>
        <p:grpSpPr>
          <a:xfrm>
            <a:off x="122025" y="5036324"/>
            <a:ext cx="4420450" cy="107173"/>
            <a:chOff x="122000" y="4917447"/>
            <a:chExt cx="4420450" cy="226056"/>
          </a:xfrm>
        </p:grpSpPr>
        <p:sp>
          <p:nvSpPr>
            <p:cNvPr id="2657" name="Google Shape;2657;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8" name="Google Shape;2658;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9" name="Google Shape;2659;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0" name="Google Shape;2660;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1" name="Google Shape;2661;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2" name="Google Shape;2662;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3" name="Google Shape;2663;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4" name="Google Shape;2664;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5" name="Google Shape;2665;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6" name="Google Shape;2666;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7" name="Google Shape;2667;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8" name="Google Shape;2668;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9" name="Google Shape;2669;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0" name="Google Shape;2670;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1" name="Google Shape;2671;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72" name="Google Shape;2672;p30"/>
          <p:cNvGrpSpPr/>
          <p:nvPr/>
        </p:nvGrpSpPr>
        <p:grpSpPr>
          <a:xfrm>
            <a:off x="4601525" y="5020763"/>
            <a:ext cx="4420450" cy="122734"/>
            <a:chOff x="4601500" y="4884626"/>
            <a:chExt cx="4420450" cy="258877"/>
          </a:xfrm>
        </p:grpSpPr>
        <p:sp>
          <p:nvSpPr>
            <p:cNvPr id="2673" name="Google Shape;2673;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4" name="Google Shape;2674;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5" name="Google Shape;2675;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6" name="Google Shape;2676;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7" name="Google Shape;2677;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8" name="Google Shape;2678;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9" name="Google Shape;2679;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0" name="Google Shape;2680;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1" name="Google Shape;2681;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2" name="Google Shape;2682;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3" name="Google Shape;2683;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4" name="Google Shape;2684;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5" name="Google Shape;2685;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6" name="Google Shape;2686;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7" name="Google Shape;2687;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 name="Rectangle 3"/>
          <p:cNvSpPr/>
          <p:nvPr/>
        </p:nvSpPr>
        <p:spPr>
          <a:xfrm>
            <a:off x="287088" y="1061684"/>
            <a:ext cx="8031924" cy="3754874"/>
          </a:xfrm>
          <a:prstGeom prst="rect">
            <a:avLst/>
          </a:prstGeom>
        </p:spPr>
        <p:txBody>
          <a:bodyPr wrap="square">
            <a:spAutoFit/>
          </a:bodyPr>
          <a:lstStyle/>
          <a:p>
            <a:r>
              <a:rPr lang="ar-MA" dirty="0"/>
              <a:t>Marketplace performance is not driven by a single department. Sales, logistics, and customer experience continuously influence one another, making isolated analysis insufficient for strategic decision-making.</a:t>
            </a:r>
          </a:p>
          <a:p>
            <a:endParaRPr lang="ar-MA" dirty="0"/>
          </a:p>
          <a:p>
            <a:r>
              <a:rPr lang="ar-MA" dirty="0"/>
              <a:t>The project investigates three interconnected business questions:</a:t>
            </a:r>
          </a:p>
          <a:p>
            <a:endParaRPr lang="ar-MA" dirty="0"/>
          </a:p>
          <a:p>
            <a:r>
              <a:rPr lang="ar-MA" dirty="0"/>
              <a:t>1. Business &amp; Sales</a:t>
            </a:r>
          </a:p>
          <a:p>
            <a:r>
              <a:rPr lang="ar-MA" dirty="0"/>
              <a:t>• Where are the strongest revenue opportunities?</a:t>
            </a:r>
          </a:p>
          <a:p>
            <a:r>
              <a:rPr lang="ar-MA" dirty="0"/>
              <a:t>• Which seasonal patterns drive marketplace growth?</a:t>
            </a:r>
          </a:p>
          <a:p>
            <a:endParaRPr lang="ar-MA" dirty="0"/>
          </a:p>
          <a:p>
            <a:r>
              <a:rPr lang="ar-MA" dirty="0"/>
              <a:t>2. Logistics</a:t>
            </a:r>
          </a:p>
          <a:p>
            <a:r>
              <a:rPr lang="ar-MA" dirty="0"/>
              <a:t>• Why do shipping costs consume a significant portion of product value?</a:t>
            </a:r>
          </a:p>
          <a:p>
            <a:r>
              <a:rPr lang="ar-MA" dirty="0"/>
              <a:t>• Which regions experience the longest delivery times?</a:t>
            </a:r>
          </a:p>
          <a:p>
            <a:endParaRPr lang="ar-MA" dirty="0"/>
          </a:p>
          <a:p>
            <a:r>
              <a:rPr lang="ar-MA" dirty="0"/>
              <a:t>3. Customer Experience</a:t>
            </a:r>
          </a:p>
          <a:p>
            <a:r>
              <a:rPr lang="ar-MA" dirty="0"/>
              <a:t>• What factors lead customers to leave negative reviews?</a:t>
            </a:r>
          </a:p>
          <a:p>
            <a:r>
              <a:rPr lang="ar-MA" dirty="0"/>
              <a:t>• Is product quality or delivery performance the primary issue?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58"/>
        <p:cNvGrpSpPr/>
        <p:nvPr/>
      </p:nvGrpSpPr>
      <p:grpSpPr>
        <a:xfrm>
          <a:off x="0" y="0"/>
          <a:ext cx="0" cy="0"/>
          <a:chOff x="0" y="0"/>
          <a:chExt cx="0" cy="0"/>
        </a:xfrm>
      </p:grpSpPr>
      <p:sp>
        <p:nvSpPr>
          <p:cNvPr id="3259" name="Google Shape;3259;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From Raw Marketplace Data to Executive Intelligence</a:t>
            </a:r>
            <a:endParaRPr dirty="0"/>
          </a:p>
        </p:txBody>
      </p:sp>
      <p:sp>
        <p:nvSpPr>
          <p:cNvPr id="3260" name="Google Shape;3260;p39"/>
          <p:cNvSpPr/>
          <p:nvPr/>
        </p:nvSpPr>
        <p:spPr>
          <a:xfrm>
            <a:off x="15311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39"/>
          <p:cNvSpPr/>
          <p:nvPr/>
        </p:nvSpPr>
        <p:spPr>
          <a:xfrm>
            <a:off x="34950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39"/>
          <p:cNvSpPr/>
          <p:nvPr/>
        </p:nvSpPr>
        <p:spPr>
          <a:xfrm>
            <a:off x="54589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39"/>
          <p:cNvSpPr/>
          <p:nvPr/>
        </p:nvSpPr>
        <p:spPr>
          <a:xfrm>
            <a:off x="7422825" y="136170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39"/>
          <p:cNvSpPr txBox="1"/>
          <p:nvPr/>
        </p:nvSpPr>
        <p:spPr>
          <a:xfrm flipH="1">
            <a:off x="713125" y="184290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a:ea typeface="Outfit"/>
                <a:cs typeface="Outfit"/>
                <a:sym typeface="Outfit"/>
              </a:rPr>
              <a:t>Raw CSV Files</a:t>
            </a:r>
            <a:endParaRPr sz="1600" b="1" dirty="0">
              <a:solidFill>
                <a:schemeClr val="accent1"/>
              </a:solidFill>
              <a:latin typeface="Outfit"/>
              <a:ea typeface="Outfit"/>
              <a:cs typeface="Outfit"/>
              <a:sym typeface="Outfit"/>
            </a:endParaRPr>
          </a:p>
        </p:txBody>
      </p:sp>
      <p:sp>
        <p:nvSpPr>
          <p:cNvPr id="3265" name="Google Shape;3265;p39"/>
          <p:cNvSpPr txBox="1"/>
          <p:nvPr/>
        </p:nvSpPr>
        <p:spPr>
          <a:xfrm flipH="1">
            <a:off x="2677025" y="184290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a:ea typeface="Outfit"/>
                <a:cs typeface="Outfit"/>
                <a:sym typeface="Outfit"/>
              </a:rPr>
              <a:t>Python Data Cleaning</a:t>
            </a:r>
            <a:endParaRPr sz="1600" b="1" dirty="0">
              <a:solidFill>
                <a:schemeClr val="accent1"/>
              </a:solidFill>
              <a:latin typeface="Outfit"/>
              <a:ea typeface="Outfit"/>
              <a:cs typeface="Outfit"/>
              <a:sym typeface="Outfit"/>
            </a:endParaRPr>
          </a:p>
        </p:txBody>
      </p:sp>
      <p:sp>
        <p:nvSpPr>
          <p:cNvPr id="3266" name="Google Shape;3266;p39"/>
          <p:cNvSpPr txBox="1"/>
          <p:nvPr/>
        </p:nvSpPr>
        <p:spPr>
          <a:xfrm flipH="1">
            <a:off x="4640925" y="184290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a:ea typeface="Outfit"/>
                <a:cs typeface="Outfit"/>
                <a:sym typeface="Outfit"/>
              </a:rPr>
              <a:t>Feature Engineering</a:t>
            </a:r>
            <a:endParaRPr sz="1600" b="1" dirty="0">
              <a:solidFill>
                <a:schemeClr val="accent1"/>
              </a:solidFill>
              <a:latin typeface="Outfit"/>
              <a:ea typeface="Outfit"/>
              <a:cs typeface="Outfit"/>
              <a:sym typeface="Outfit"/>
            </a:endParaRPr>
          </a:p>
        </p:txBody>
      </p:sp>
      <p:sp>
        <p:nvSpPr>
          <p:cNvPr id="3267" name="Google Shape;3267;p39"/>
          <p:cNvSpPr txBox="1"/>
          <p:nvPr/>
        </p:nvSpPr>
        <p:spPr>
          <a:xfrm flipH="1">
            <a:off x="6604825" y="184290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panose="020B0604020202020204" charset="0"/>
              </a:rPr>
              <a:t>Text Cleaning &amp; Preparation</a:t>
            </a:r>
            <a:endParaRPr sz="1600" b="1" dirty="0">
              <a:solidFill>
                <a:schemeClr val="accent1"/>
              </a:solidFill>
              <a:latin typeface="Outfit" panose="020B0604020202020204" charset="0"/>
              <a:ea typeface="Outfit"/>
              <a:cs typeface="Outfit"/>
              <a:sym typeface="Outfit"/>
            </a:endParaRPr>
          </a:p>
        </p:txBody>
      </p:sp>
      <p:cxnSp>
        <p:nvCxnSpPr>
          <p:cNvPr id="3268" name="Google Shape;3268;p39"/>
          <p:cNvCxnSpPr>
            <a:stCxn id="3260" idx="3"/>
            <a:endCxn id="3261" idx="1"/>
          </p:cNvCxnSpPr>
          <p:nvPr/>
        </p:nvCxnSpPr>
        <p:spPr>
          <a:xfrm>
            <a:off x="17075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69" name="Google Shape;3269;p39"/>
          <p:cNvCxnSpPr>
            <a:stCxn id="3261" idx="3"/>
            <a:endCxn id="3262" idx="1"/>
          </p:cNvCxnSpPr>
          <p:nvPr/>
        </p:nvCxnSpPr>
        <p:spPr>
          <a:xfrm>
            <a:off x="36714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0" name="Google Shape;3270;p39"/>
          <p:cNvCxnSpPr>
            <a:stCxn id="3262" idx="3"/>
            <a:endCxn id="3263" idx="1"/>
          </p:cNvCxnSpPr>
          <p:nvPr/>
        </p:nvCxnSpPr>
        <p:spPr>
          <a:xfrm>
            <a:off x="5635325" y="144990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71" name="Google Shape;3271;p39"/>
          <p:cNvCxnSpPr>
            <a:stCxn id="3260" idx="2"/>
            <a:endCxn id="3264" idx="0"/>
          </p:cNvCxnSpPr>
          <p:nvPr/>
        </p:nvCxnSpPr>
        <p:spPr>
          <a:xfrm>
            <a:off x="16193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2" name="Google Shape;3272;p39"/>
          <p:cNvCxnSpPr>
            <a:stCxn id="3261" idx="2"/>
            <a:endCxn id="3265" idx="0"/>
          </p:cNvCxnSpPr>
          <p:nvPr/>
        </p:nvCxnSpPr>
        <p:spPr>
          <a:xfrm>
            <a:off x="35832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3" name="Google Shape;3273;p39"/>
          <p:cNvCxnSpPr>
            <a:stCxn id="3262" idx="2"/>
            <a:endCxn id="3266" idx="0"/>
          </p:cNvCxnSpPr>
          <p:nvPr/>
        </p:nvCxnSpPr>
        <p:spPr>
          <a:xfrm>
            <a:off x="5547125" y="153810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74" name="Google Shape;3274;p39"/>
          <p:cNvCxnSpPr>
            <a:stCxn id="3263" idx="2"/>
            <a:endCxn id="3267" idx="0"/>
          </p:cNvCxnSpPr>
          <p:nvPr/>
        </p:nvCxnSpPr>
        <p:spPr>
          <a:xfrm>
            <a:off x="7511025" y="1538100"/>
            <a:ext cx="0" cy="304800"/>
          </a:xfrm>
          <a:prstGeom prst="straightConnector1">
            <a:avLst/>
          </a:prstGeom>
          <a:noFill/>
          <a:ln w="9525" cap="flat" cmpd="sng">
            <a:solidFill>
              <a:schemeClr val="dk2"/>
            </a:solidFill>
            <a:prstDash val="solid"/>
            <a:round/>
            <a:headEnd type="none" w="med" len="med"/>
            <a:tailEnd type="none" w="med" len="med"/>
          </a:ln>
        </p:spPr>
      </p:cxnSp>
      <p:sp>
        <p:nvSpPr>
          <p:cNvPr id="3275" name="Google Shape;3275;p39"/>
          <p:cNvSpPr/>
          <p:nvPr/>
        </p:nvSpPr>
        <p:spPr>
          <a:xfrm>
            <a:off x="15311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39"/>
          <p:cNvSpPr/>
          <p:nvPr/>
        </p:nvSpPr>
        <p:spPr>
          <a:xfrm>
            <a:off x="34950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39"/>
          <p:cNvSpPr/>
          <p:nvPr/>
        </p:nvSpPr>
        <p:spPr>
          <a:xfrm>
            <a:off x="5458925" y="3196150"/>
            <a:ext cx="176400" cy="176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39"/>
          <p:cNvSpPr txBox="1"/>
          <p:nvPr/>
        </p:nvSpPr>
        <p:spPr>
          <a:xfrm flipH="1">
            <a:off x="713125" y="367735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panose="020B0604020202020204" charset="0"/>
              </a:rPr>
              <a:t>Consolidated Data Model</a:t>
            </a:r>
            <a:endParaRPr sz="1600" b="1" dirty="0">
              <a:solidFill>
                <a:schemeClr val="accent1"/>
              </a:solidFill>
              <a:latin typeface="Outfit" panose="020B0604020202020204" charset="0"/>
              <a:ea typeface="Outfit"/>
              <a:cs typeface="Outfit"/>
              <a:sym typeface="Outfit"/>
            </a:endParaRPr>
          </a:p>
        </p:txBody>
      </p:sp>
      <p:sp>
        <p:nvSpPr>
          <p:cNvPr id="3280" name="Google Shape;3280;p39"/>
          <p:cNvSpPr txBox="1"/>
          <p:nvPr/>
        </p:nvSpPr>
        <p:spPr>
          <a:xfrm flipH="1">
            <a:off x="2677025" y="367735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a:ea typeface="Outfit"/>
                <a:cs typeface="Outfit"/>
                <a:sym typeface="Outfit"/>
              </a:rPr>
              <a:t>Power BI Dashboards</a:t>
            </a:r>
            <a:endParaRPr sz="1600" b="1" dirty="0">
              <a:solidFill>
                <a:schemeClr val="accent1"/>
              </a:solidFill>
              <a:latin typeface="Outfit"/>
              <a:ea typeface="Outfit"/>
              <a:cs typeface="Outfit"/>
              <a:sym typeface="Outfit"/>
            </a:endParaRPr>
          </a:p>
        </p:txBody>
      </p:sp>
      <p:sp>
        <p:nvSpPr>
          <p:cNvPr id="3281" name="Google Shape;3281;p39"/>
          <p:cNvSpPr txBox="1"/>
          <p:nvPr/>
        </p:nvSpPr>
        <p:spPr>
          <a:xfrm flipH="1">
            <a:off x="4640925" y="3677350"/>
            <a:ext cx="1812300" cy="897900"/>
          </a:xfrm>
          <a:prstGeom prst="rect">
            <a:avLst/>
          </a:prstGeom>
          <a:noFill/>
          <a:ln>
            <a:noFill/>
          </a:ln>
        </p:spPr>
        <p:txBody>
          <a:bodyPr spcFirstLastPara="1" wrap="square" lIns="91425" tIns="91425" rIns="91425" bIns="91425" anchor="t" anchorCtr="0">
            <a:noAutofit/>
          </a:bodyPr>
          <a:lstStyle/>
          <a:p>
            <a:pPr lvl="0" algn="ctr"/>
            <a:r>
              <a:rPr lang="af-ZA" sz="1600" b="1" dirty="0">
                <a:solidFill>
                  <a:schemeClr val="accent1"/>
                </a:solidFill>
                <a:latin typeface="Outfit"/>
                <a:ea typeface="Outfit"/>
                <a:cs typeface="Outfit"/>
                <a:sym typeface="Outfit"/>
              </a:rPr>
              <a:t>Business Decisions</a:t>
            </a:r>
            <a:endParaRPr sz="1600" b="1" dirty="0">
              <a:solidFill>
                <a:schemeClr val="accent1"/>
              </a:solidFill>
              <a:latin typeface="Outfit"/>
              <a:ea typeface="Outfit"/>
              <a:cs typeface="Outfit"/>
              <a:sym typeface="Outfit"/>
            </a:endParaRPr>
          </a:p>
        </p:txBody>
      </p:sp>
      <p:cxnSp>
        <p:nvCxnSpPr>
          <p:cNvPr id="3283" name="Google Shape;3283;p39"/>
          <p:cNvCxnSpPr>
            <a:stCxn id="3275" idx="3"/>
            <a:endCxn id="3276" idx="1"/>
          </p:cNvCxnSpPr>
          <p:nvPr/>
        </p:nvCxnSpPr>
        <p:spPr>
          <a:xfrm>
            <a:off x="17075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4" name="Google Shape;3284;p39"/>
          <p:cNvCxnSpPr>
            <a:stCxn id="3276" idx="3"/>
            <a:endCxn id="3277" idx="1"/>
          </p:cNvCxnSpPr>
          <p:nvPr/>
        </p:nvCxnSpPr>
        <p:spPr>
          <a:xfrm>
            <a:off x="3671425" y="3284350"/>
            <a:ext cx="1787400" cy="0"/>
          </a:xfrm>
          <a:prstGeom prst="straightConnector1">
            <a:avLst/>
          </a:prstGeom>
          <a:noFill/>
          <a:ln w="9525" cap="flat" cmpd="sng">
            <a:solidFill>
              <a:schemeClr val="dk2"/>
            </a:solidFill>
            <a:prstDash val="solid"/>
            <a:round/>
            <a:headEnd type="none" w="med" len="med"/>
            <a:tailEnd type="none" w="med" len="med"/>
          </a:ln>
        </p:spPr>
      </p:cxnSp>
      <p:cxnSp>
        <p:nvCxnSpPr>
          <p:cNvPr id="3286" name="Google Shape;3286;p39"/>
          <p:cNvCxnSpPr>
            <a:stCxn id="3275" idx="2"/>
            <a:endCxn id="3279" idx="0"/>
          </p:cNvCxnSpPr>
          <p:nvPr/>
        </p:nvCxnSpPr>
        <p:spPr>
          <a:xfrm>
            <a:off x="16193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7" name="Google Shape;3287;p39"/>
          <p:cNvCxnSpPr>
            <a:stCxn id="3276" idx="2"/>
            <a:endCxn id="3280" idx="0"/>
          </p:cNvCxnSpPr>
          <p:nvPr/>
        </p:nvCxnSpPr>
        <p:spPr>
          <a:xfrm>
            <a:off x="35832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88" name="Google Shape;3288;p39"/>
          <p:cNvCxnSpPr>
            <a:stCxn id="3277" idx="2"/>
            <a:endCxn id="3281" idx="0"/>
          </p:cNvCxnSpPr>
          <p:nvPr/>
        </p:nvCxnSpPr>
        <p:spPr>
          <a:xfrm>
            <a:off x="5547125" y="3372550"/>
            <a:ext cx="0" cy="304800"/>
          </a:xfrm>
          <a:prstGeom prst="straightConnector1">
            <a:avLst/>
          </a:prstGeom>
          <a:noFill/>
          <a:ln w="9525" cap="flat" cmpd="sng">
            <a:solidFill>
              <a:schemeClr val="dk2"/>
            </a:solidFill>
            <a:prstDash val="solid"/>
            <a:round/>
            <a:headEnd type="none" w="med" len="med"/>
            <a:tailEnd type="none" w="med" len="med"/>
          </a:ln>
        </p:spPr>
      </p:cxnSp>
      <p:cxnSp>
        <p:nvCxnSpPr>
          <p:cNvPr id="3290" name="Google Shape;3290;p39"/>
          <p:cNvCxnSpPr>
            <a:stCxn id="3263" idx="3"/>
            <a:endCxn id="3275" idx="1"/>
          </p:cNvCxnSpPr>
          <p:nvPr/>
        </p:nvCxnSpPr>
        <p:spPr>
          <a:xfrm flipH="1">
            <a:off x="1531125" y="1449900"/>
            <a:ext cx="6068100" cy="1834500"/>
          </a:xfrm>
          <a:prstGeom prst="bentConnector5">
            <a:avLst>
              <a:gd name="adj1" fmla="val -13955"/>
              <a:gd name="adj2" fmla="val 80311"/>
              <a:gd name="adj3" fmla="val 113465"/>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0"/>
        <p:cNvGrpSpPr/>
        <p:nvPr/>
      </p:nvGrpSpPr>
      <p:grpSpPr>
        <a:xfrm>
          <a:off x="0" y="0"/>
          <a:ext cx="0" cy="0"/>
          <a:chOff x="0" y="0"/>
          <a:chExt cx="0" cy="0"/>
        </a:xfrm>
      </p:grpSpPr>
      <p:sp>
        <p:nvSpPr>
          <p:cNvPr id="2621" name="Google Shape;262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Data Consolidation, Granularity &amp; Sales Seasonality Exploration</a:t>
            </a:r>
            <a:endParaRPr lang="en-US" dirty="0"/>
          </a:p>
        </p:txBody>
      </p:sp>
      <p:grpSp>
        <p:nvGrpSpPr>
          <p:cNvPr id="2624" name="Google Shape;2624;p30"/>
          <p:cNvGrpSpPr/>
          <p:nvPr/>
        </p:nvGrpSpPr>
        <p:grpSpPr>
          <a:xfrm>
            <a:off x="122000" y="4917447"/>
            <a:ext cx="4420450" cy="226056"/>
            <a:chOff x="122000" y="4917447"/>
            <a:chExt cx="4420450" cy="226056"/>
          </a:xfrm>
        </p:grpSpPr>
        <p:sp>
          <p:nvSpPr>
            <p:cNvPr id="2625" name="Google Shape;2625;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6" name="Google Shape;2626;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7" name="Google Shape;2627;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8" name="Google Shape;2628;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9" name="Google Shape;2629;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0" name="Google Shape;2630;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1" name="Google Shape;2631;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2" name="Google Shape;2632;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3" name="Google Shape;2633;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4" name="Google Shape;2634;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5" name="Google Shape;2635;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6" name="Google Shape;2636;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7" name="Google Shape;2637;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8" name="Google Shape;2638;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9" name="Google Shape;2639;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40" name="Google Shape;2640;p30"/>
          <p:cNvGrpSpPr/>
          <p:nvPr/>
        </p:nvGrpSpPr>
        <p:grpSpPr>
          <a:xfrm>
            <a:off x="4601500" y="4884626"/>
            <a:ext cx="4420450" cy="258877"/>
            <a:chOff x="4601500" y="4884626"/>
            <a:chExt cx="4420450" cy="258877"/>
          </a:xfrm>
        </p:grpSpPr>
        <p:sp>
          <p:nvSpPr>
            <p:cNvPr id="2641" name="Google Shape;2641;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2" name="Google Shape;2642;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3" name="Google Shape;2643;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4" name="Google Shape;2644;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5" name="Google Shape;2645;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6" name="Google Shape;2646;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7" name="Google Shape;2647;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8" name="Google Shape;2648;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9" name="Google Shape;2649;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0" name="Google Shape;2650;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1" name="Google Shape;2651;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2" name="Google Shape;2652;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3" name="Google Shape;2653;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4" name="Google Shape;2654;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5" name="Google Shape;2655;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56" name="Google Shape;2656;p30"/>
          <p:cNvGrpSpPr/>
          <p:nvPr/>
        </p:nvGrpSpPr>
        <p:grpSpPr>
          <a:xfrm>
            <a:off x="122025" y="5036324"/>
            <a:ext cx="4420450" cy="107173"/>
            <a:chOff x="122000" y="4917447"/>
            <a:chExt cx="4420450" cy="226056"/>
          </a:xfrm>
        </p:grpSpPr>
        <p:sp>
          <p:nvSpPr>
            <p:cNvPr id="2657" name="Google Shape;2657;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8" name="Google Shape;2658;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9" name="Google Shape;2659;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0" name="Google Shape;2660;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1" name="Google Shape;2661;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2" name="Google Shape;2662;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3" name="Google Shape;2663;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4" name="Google Shape;2664;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5" name="Google Shape;2665;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6" name="Google Shape;2666;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7" name="Google Shape;2667;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8" name="Google Shape;2668;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9" name="Google Shape;2669;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0" name="Google Shape;2670;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1" name="Google Shape;2671;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72" name="Google Shape;2672;p30"/>
          <p:cNvGrpSpPr/>
          <p:nvPr/>
        </p:nvGrpSpPr>
        <p:grpSpPr>
          <a:xfrm>
            <a:off x="4601525" y="5020763"/>
            <a:ext cx="4420450" cy="122734"/>
            <a:chOff x="4601500" y="4884626"/>
            <a:chExt cx="4420450" cy="258877"/>
          </a:xfrm>
        </p:grpSpPr>
        <p:sp>
          <p:nvSpPr>
            <p:cNvPr id="2673" name="Google Shape;2673;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4" name="Google Shape;2674;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5" name="Google Shape;2675;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6" name="Google Shape;2676;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7" name="Google Shape;2677;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8" name="Google Shape;2678;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9" name="Google Shape;2679;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0" name="Google Shape;2680;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1" name="Google Shape;2681;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2" name="Google Shape;2682;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3" name="Google Shape;2683;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4" name="Google Shape;2684;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5" name="Google Shape;2685;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6" name="Google Shape;2686;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7" name="Google Shape;2687;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 name="Rectangle 3"/>
          <p:cNvSpPr/>
          <p:nvPr/>
        </p:nvSpPr>
        <p:spPr>
          <a:xfrm>
            <a:off x="452185" y="1726114"/>
            <a:ext cx="8031924" cy="2677656"/>
          </a:xfrm>
          <a:prstGeom prst="rect">
            <a:avLst/>
          </a:prstGeom>
        </p:spPr>
        <p:txBody>
          <a:bodyPr wrap="square">
            <a:spAutoFit/>
          </a:bodyPr>
          <a:lstStyle/>
          <a:p>
            <a:r>
              <a:rPr lang="en-US" dirty="0"/>
              <a:t>To build a reliable sales tracking engine, I executed the following technical steps</a:t>
            </a:r>
            <a:r>
              <a:rPr lang="en-US" dirty="0" smtClean="0"/>
              <a:t>:</a:t>
            </a:r>
          </a:p>
          <a:p>
            <a:endParaRPr lang="en-US" dirty="0"/>
          </a:p>
          <a:p>
            <a:pPr marL="342900" indent="-342900">
              <a:buAutoNum type="arabicPeriod"/>
            </a:pPr>
            <a:r>
              <a:rPr lang="en-US" dirty="0" smtClean="0"/>
              <a:t>Multi-Table </a:t>
            </a:r>
            <a:r>
              <a:rPr lang="en-US" dirty="0"/>
              <a:t>Relational Merging: Performed programmatic inner and left joins via Pandas to link '</a:t>
            </a:r>
            <a:r>
              <a:rPr lang="en-US" dirty="0" err="1"/>
              <a:t>orders_cleaned</a:t>
            </a:r>
            <a:r>
              <a:rPr lang="en-US" dirty="0"/>
              <a:t>' with 'items', 'payments', and 'products' into a single, high-integrity master </a:t>
            </a:r>
            <a:r>
              <a:rPr lang="en-US" dirty="0" err="1"/>
              <a:t>dataframe</a:t>
            </a:r>
            <a:r>
              <a:rPr lang="en-US" dirty="0" smtClean="0"/>
              <a:t>.</a:t>
            </a:r>
          </a:p>
          <a:p>
            <a:pPr marL="342900" indent="-342900">
              <a:buAutoNum type="arabicPeriod"/>
            </a:pPr>
            <a:endParaRPr lang="en-US" dirty="0"/>
          </a:p>
          <a:p>
            <a:r>
              <a:rPr lang="en-US" dirty="0"/>
              <a:t>2. Handling Multi-Year Granularity (2016-2018): Cleaned missing values by dropping orders without a valid delivery timestamp to ensure financial metrics represent completed transactions</a:t>
            </a:r>
            <a:r>
              <a:rPr lang="en-US" dirty="0" smtClean="0"/>
              <a:t>.</a:t>
            </a:r>
          </a:p>
          <a:p>
            <a:endParaRPr lang="en-US" dirty="0"/>
          </a:p>
          <a:p>
            <a:r>
              <a:rPr lang="en-US" dirty="0"/>
              <a:t>3. Feature Engineering for Trends: Extracted '</a:t>
            </a:r>
            <a:r>
              <a:rPr lang="en-US" dirty="0" err="1"/>
              <a:t>purchase_year</a:t>
            </a:r>
            <a:r>
              <a:rPr lang="en-US" dirty="0"/>
              <a:t>' and '</a:t>
            </a:r>
            <a:r>
              <a:rPr lang="en-US" dirty="0" err="1"/>
              <a:t>purchase_month</a:t>
            </a:r>
            <a:r>
              <a:rPr lang="en-US" dirty="0"/>
              <a:t>' from the transaction timestamps. This directly powered the Power BI line chart, isolating a massive, historical GMV peak in November 2017 (Black Friday seasonal anomaly).</a:t>
            </a:r>
            <a:endParaRPr lang="ar-MA" dirty="0"/>
          </a:p>
        </p:txBody>
      </p:sp>
      <p:grpSp>
        <p:nvGrpSpPr>
          <p:cNvPr id="112" name="Google Shape;3513;p47"/>
          <p:cNvGrpSpPr/>
          <p:nvPr/>
        </p:nvGrpSpPr>
        <p:grpSpPr>
          <a:xfrm>
            <a:off x="6691373" y="4308443"/>
            <a:ext cx="2239647" cy="538931"/>
            <a:chOff x="5179977" y="136093"/>
            <a:chExt cx="2686628" cy="3346133"/>
          </a:xfrm>
        </p:grpSpPr>
        <p:sp>
          <p:nvSpPr>
            <p:cNvPr id="113" name="Google Shape;3514;p47"/>
            <p:cNvSpPr/>
            <p:nvPr/>
          </p:nvSpPr>
          <p:spPr>
            <a:xfrm>
              <a:off x="5179977" y="2503707"/>
              <a:ext cx="168230" cy="978517"/>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4" name="Google Shape;3515;p47"/>
            <p:cNvSpPr/>
            <p:nvPr/>
          </p:nvSpPr>
          <p:spPr>
            <a:xfrm>
              <a:off x="5389949" y="2080223"/>
              <a:ext cx="168230" cy="1402001"/>
            </a:xfrm>
            <a:custGeom>
              <a:avLst/>
              <a:gdLst/>
              <a:ahLst/>
              <a:cxnLst/>
              <a:rect l="l" t="t" r="r" b="b"/>
              <a:pathLst>
                <a:path w="665" h="5542" extrusionOk="0">
                  <a:moveTo>
                    <a:pt x="0" y="0"/>
                  </a:moveTo>
                  <a:lnTo>
                    <a:pt x="665" y="0"/>
                  </a:lnTo>
                  <a:lnTo>
                    <a:pt x="665" y="5542"/>
                  </a:lnTo>
                  <a:lnTo>
                    <a:pt x="0" y="554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5" name="Google Shape;3516;p47"/>
            <p:cNvSpPr/>
            <p:nvPr/>
          </p:nvSpPr>
          <p:spPr>
            <a:xfrm>
              <a:off x="5599668" y="1662052"/>
              <a:ext cx="168483" cy="1820173"/>
            </a:xfrm>
            <a:custGeom>
              <a:avLst/>
              <a:gdLst/>
              <a:ahLst/>
              <a:cxnLst/>
              <a:rect l="l" t="t" r="r" b="b"/>
              <a:pathLst>
                <a:path w="666" h="7195" extrusionOk="0">
                  <a:moveTo>
                    <a:pt x="0" y="0"/>
                  </a:moveTo>
                  <a:lnTo>
                    <a:pt x="666" y="0"/>
                  </a:lnTo>
                  <a:lnTo>
                    <a:pt x="666" y="7195"/>
                  </a:lnTo>
                  <a:lnTo>
                    <a:pt x="0" y="71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6" name="Google Shape;3517;p47"/>
            <p:cNvSpPr/>
            <p:nvPr/>
          </p:nvSpPr>
          <p:spPr>
            <a:xfrm>
              <a:off x="5809639" y="1498628"/>
              <a:ext cx="168230" cy="1983597"/>
            </a:xfrm>
            <a:custGeom>
              <a:avLst/>
              <a:gdLst/>
              <a:ahLst/>
              <a:cxnLst/>
              <a:rect l="l" t="t" r="r" b="b"/>
              <a:pathLst>
                <a:path w="665" h="7841" extrusionOk="0">
                  <a:moveTo>
                    <a:pt x="0" y="0"/>
                  </a:moveTo>
                  <a:lnTo>
                    <a:pt x="665" y="0"/>
                  </a:lnTo>
                  <a:lnTo>
                    <a:pt x="665" y="7841"/>
                  </a:lnTo>
                  <a:lnTo>
                    <a:pt x="0" y="784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7" name="Google Shape;3518;p47"/>
            <p:cNvSpPr/>
            <p:nvPr/>
          </p:nvSpPr>
          <p:spPr>
            <a:xfrm>
              <a:off x="6229330" y="1194550"/>
              <a:ext cx="168230" cy="2287676"/>
            </a:xfrm>
            <a:custGeom>
              <a:avLst/>
              <a:gdLst/>
              <a:ahLst/>
              <a:cxnLst/>
              <a:rect l="l" t="t" r="r" b="b"/>
              <a:pathLst>
                <a:path w="665" h="9043" extrusionOk="0">
                  <a:moveTo>
                    <a:pt x="0" y="0"/>
                  </a:moveTo>
                  <a:lnTo>
                    <a:pt x="665" y="0"/>
                  </a:lnTo>
                  <a:lnTo>
                    <a:pt x="665" y="9043"/>
                  </a:lnTo>
                  <a:lnTo>
                    <a:pt x="0" y="904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8" name="Google Shape;3519;p47"/>
            <p:cNvSpPr/>
            <p:nvPr/>
          </p:nvSpPr>
          <p:spPr>
            <a:xfrm>
              <a:off x="6649021" y="1071097"/>
              <a:ext cx="168230" cy="2411129"/>
            </a:xfrm>
            <a:custGeom>
              <a:avLst/>
              <a:gdLst/>
              <a:ahLst/>
              <a:cxnLst/>
              <a:rect l="l" t="t" r="r" b="b"/>
              <a:pathLst>
                <a:path w="665" h="9531" extrusionOk="0">
                  <a:moveTo>
                    <a:pt x="0" y="0"/>
                  </a:moveTo>
                  <a:lnTo>
                    <a:pt x="665" y="0"/>
                  </a:lnTo>
                  <a:lnTo>
                    <a:pt x="665" y="9531"/>
                  </a:lnTo>
                  <a:lnTo>
                    <a:pt x="0" y="95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9" name="Google Shape;3520;p47"/>
            <p:cNvSpPr/>
            <p:nvPr/>
          </p:nvSpPr>
          <p:spPr>
            <a:xfrm>
              <a:off x="6858993" y="868968"/>
              <a:ext cx="168230" cy="2613258"/>
            </a:xfrm>
            <a:custGeom>
              <a:avLst/>
              <a:gdLst/>
              <a:ahLst/>
              <a:cxnLst/>
              <a:rect l="l" t="t" r="r" b="b"/>
              <a:pathLst>
                <a:path w="665" h="10330" extrusionOk="0">
                  <a:moveTo>
                    <a:pt x="0" y="0"/>
                  </a:moveTo>
                  <a:lnTo>
                    <a:pt x="665" y="0"/>
                  </a:lnTo>
                  <a:lnTo>
                    <a:pt x="665" y="10330"/>
                  </a:lnTo>
                  <a:lnTo>
                    <a:pt x="0" y="1033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0" name="Google Shape;3521;p47"/>
            <p:cNvSpPr/>
            <p:nvPr/>
          </p:nvSpPr>
          <p:spPr>
            <a:xfrm>
              <a:off x="7068712" y="447761"/>
              <a:ext cx="168230" cy="3034465"/>
            </a:xfrm>
            <a:custGeom>
              <a:avLst/>
              <a:gdLst/>
              <a:ahLst/>
              <a:cxnLst/>
              <a:rect l="l" t="t" r="r" b="b"/>
              <a:pathLst>
                <a:path w="665" h="11995" extrusionOk="0">
                  <a:moveTo>
                    <a:pt x="0" y="0"/>
                  </a:moveTo>
                  <a:lnTo>
                    <a:pt x="665" y="0"/>
                  </a:lnTo>
                  <a:lnTo>
                    <a:pt x="665" y="11995"/>
                  </a:lnTo>
                  <a:lnTo>
                    <a:pt x="0" y="119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1" name="Google Shape;3522;p47"/>
            <p:cNvSpPr/>
            <p:nvPr/>
          </p:nvSpPr>
          <p:spPr>
            <a:xfrm>
              <a:off x="7278684" y="546928"/>
              <a:ext cx="168230" cy="2935298"/>
            </a:xfrm>
            <a:custGeom>
              <a:avLst/>
              <a:gdLst/>
              <a:ahLst/>
              <a:cxnLst/>
              <a:rect l="l" t="t" r="r" b="b"/>
              <a:pathLst>
                <a:path w="665" h="11603" extrusionOk="0">
                  <a:moveTo>
                    <a:pt x="0" y="0"/>
                  </a:moveTo>
                  <a:lnTo>
                    <a:pt x="665" y="0"/>
                  </a:lnTo>
                  <a:lnTo>
                    <a:pt x="665" y="11603"/>
                  </a:lnTo>
                  <a:lnTo>
                    <a:pt x="0" y="116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2" name="Google Shape;3523;p47"/>
            <p:cNvSpPr/>
            <p:nvPr/>
          </p:nvSpPr>
          <p:spPr>
            <a:xfrm>
              <a:off x="7488656" y="315201"/>
              <a:ext cx="168230" cy="3167025"/>
            </a:xfrm>
            <a:custGeom>
              <a:avLst/>
              <a:gdLst/>
              <a:ahLst/>
              <a:cxnLst/>
              <a:rect l="l" t="t" r="r" b="b"/>
              <a:pathLst>
                <a:path w="665" h="12519" extrusionOk="0">
                  <a:moveTo>
                    <a:pt x="0" y="0"/>
                  </a:moveTo>
                  <a:lnTo>
                    <a:pt x="665" y="0"/>
                  </a:lnTo>
                  <a:lnTo>
                    <a:pt x="665" y="12519"/>
                  </a:lnTo>
                  <a:lnTo>
                    <a:pt x="0" y="1251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3" name="Google Shape;3524;p47"/>
            <p:cNvSpPr/>
            <p:nvPr/>
          </p:nvSpPr>
          <p:spPr>
            <a:xfrm>
              <a:off x="7698375" y="136093"/>
              <a:ext cx="168230" cy="3346133"/>
            </a:xfrm>
            <a:custGeom>
              <a:avLst/>
              <a:gdLst/>
              <a:ahLst/>
              <a:cxnLst/>
              <a:rect l="l" t="t" r="r" b="b"/>
              <a:pathLst>
                <a:path w="665" h="13227" extrusionOk="0">
                  <a:moveTo>
                    <a:pt x="0" y="0"/>
                  </a:moveTo>
                  <a:lnTo>
                    <a:pt x="665" y="0"/>
                  </a:lnTo>
                  <a:lnTo>
                    <a:pt x="665" y="13227"/>
                  </a:lnTo>
                  <a:lnTo>
                    <a:pt x="0" y="1322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4" name="Google Shape;3525;p47"/>
            <p:cNvSpPr/>
            <p:nvPr/>
          </p:nvSpPr>
          <p:spPr>
            <a:xfrm>
              <a:off x="6019611" y="1745787"/>
              <a:ext cx="168230" cy="1736438"/>
            </a:xfrm>
            <a:custGeom>
              <a:avLst/>
              <a:gdLst/>
              <a:ahLst/>
              <a:cxnLst/>
              <a:rect l="l" t="t" r="r" b="b"/>
              <a:pathLst>
                <a:path w="665" h="6864" extrusionOk="0">
                  <a:moveTo>
                    <a:pt x="0" y="0"/>
                  </a:moveTo>
                  <a:lnTo>
                    <a:pt x="665" y="0"/>
                  </a:lnTo>
                  <a:lnTo>
                    <a:pt x="665" y="6864"/>
                  </a:lnTo>
                  <a:lnTo>
                    <a:pt x="0" y="68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5" name="Google Shape;3526;p47"/>
            <p:cNvSpPr/>
            <p:nvPr/>
          </p:nvSpPr>
          <p:spPr>
            <a:xfrm>
              <a:off x="6439049" y="1559090"/>
              <a:ext cx="168230" cy="1923135"/>
            </a:xfrm>
            <a:custGeom>
              <a:avLst/>
              <a:gdLst/>
              <a:ahLst/>
              <a:cxnLst/>
              <a:rect l="l" t="t" r="r" b="b"/>
              <a:pathLst>
                <a:path w="665" h="7602" extrusionOk="0">
                  <a:moveTo>
                    <a:pt x="0" y="0"/>
                  </a:moveTo>
                  <a:lnTo>
                    <a:pt x="665" y="0"/>
                  </a:lnTo>
                  <a:lnTo>
                    <a:pt x="665" y="7602"/>
                  </a:lnTo>
                  <a:lnTo>
                    <a:pt x="0" y="76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126" name="Google Shape;3527;p47"/>
          <p:cNvGrpSpPr/>
          <p:nvPr/>
        </p:nvGrpSpPr>
        <p:grpSpPr>
          <a:xfrm>
            <a:off x="6341504" y="4552538"/>
            <a:ext cx="2589513" cy="294994"/>
            <a:chOff x="4760286" y="2503707"/>
            <a:chExt cx="3106319" cy="978517"/>
          </a:xfrm>
        </p:grpSpPr>
        <p:sp>
          <p:nvSpPr>
            <p:cNvPr id="127" name="Google Shape;3528;p47"/>
            <p:cNvSpPr/>
            <p:nvPr/>
          </p:nvSpPr>
          <p:spPr>
            <a:xfrm>
              <a:off x="4760286" y="3383815"/>
              <a:ext cx="168230" cy="98408"/>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8" name="Google Shape;3529;p47"/>
            <p:cNvSpPr/>
            <p:nvPr/>
          </p:nvSpPr>
          <p:spPr>
            <a:xfrm>
              <a:off x="4970005" y="3265422"/>
              <a:ext cx="168230" cy="216802"/>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29" name="Google Shape;3530;p47"/>
            <p:cNvSpPr/>
            <p:nvPr/>
          </p:nvSpPr>
          <p:spPr>
            <a:xfrm>
              <a:off x="5179977" y="3196106"/>
              <a:ext cx="168230" cy="28611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0" name="Google Shape;3531;p47"/>
            <p:cNvSpPr/>
            <p:nvPr/>
          </p:nvSpPr>
          <p:spPr>
            <a:xfrm>
              <a:off x="5389949" y="3072400"/>
              <a:ext cx="168230" cy="409824"/>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1" name="Google Shape;3532;p47"/>
            <p:cNvSpPr/>
            <p:nvPr/>
          </p:nvSpPr>
          <p:spPr>
            <a:xfrm>
              <a:off x="5599668" y="2949959"/>
              <a:ext cx="168483" cy="532265"/>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2" name="Google Shape;3533;p47"/>
            <p:cNvSpPr/>
            <p:nvPr/>
          </p:nvSpPr>
          <p:spPr>
            <a:xfrm>
              <a:off x="5809639" y="2902147"/>
              <a:ext cx="168230" cy="580077"/>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3" name="Google Shape;3534;p47"/>
            <p:cNvSpPr/>
            <p:nvPr/>
          </p:nvSpPr>
          <p:spPr>
            <a:xfrm>
              <a:off x="6229330" y="2813352"/>
              <a:ext cx="168230" cy="668873"/>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4" name="Google Shape;3535;p47"/>
            <p:cNvSpPr/>
            <p:nvPr/>
          </p:nvSpPr>
          <p:spPr>
            <a:xfrm>
              <a:off x="6649021" y="2777176"/>
              <a:ext cx="168230" cy="705048"/>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5" name="Google Shape;3536;p47"/>
            <p:cNvSpPr/>
            <p:nvPr/>
          </p:nvSpPr>
          <p:spPr>
            <a:xfrm>
              <a:off x="6858993" y="2717979"/>
              <a:ext cx="168230" cy="76424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6" name="Google Shape;3537;p47"/>
            <p:cNvSpPr/>
            <p:nvPr/>
          </p:nvSpPr>
          <p:spPr>
            <a:xfrm>
              <a:off x="7068712" y="2594779"/>
              <a:ext cx="168230" cy="887445"/>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7" name="Google Shape;3538;p47"/>
            <p:cNvSpPr/>
            <p:nvPr/>
          </p:nvSpPr>
          <p:spPr>
            <a:xfrm>
              <a:off x="7278684" y="2623871"/>
              <a:ext cx="168230" cy="858353"/>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8" name="Google Shape;3539;p47"/>
            <p:cNvSpPr/>
            <p:nvPr/>
          </p:nvSpPr>
          <p:spPr>
            <a:xfrm>
              <a:off x="7488656" y="2556074"/>
              <a:ext cx="168230" cy="926151"/>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39" name="Google Shape;3540;p47"/>
            <p:cNvSpPr/>
            <p:nvPr/>
          </p:nvSpPr>
          <p:spPr>
            <a:xfrm>
              <a:off x="7698375" y="2503707"/>
              <a:ext cx="168230" cy="978517"/>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0" name="Google Shape;3541;p47"/>
            <p:cNvSpPr/>
            <p:nvPr/>
          </p:nvSpPr>
          <p:spPr>
            <a:xfrm>
              <a:off x="6019611" y="2974498"/>
              <a:ext cx="168230" cy="507726"/>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1" name="Google Shape;3542;p47"/>
            <p:cNvSpPr/>
            <p:nvPr/>
          </p:nvSpPr>
          <p:spPr>
            <a:xfrm>
              <a:off x="6439049" y="2919855"/>
              <a:ext cx="168230" cy="562369"/>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142" name="Google Shape;3544;p47"/>
          <p:cNvSpPr/>
          <p:nvPr/>
        </p:nvSpPr>
        <p:spPr>
          <a:xfrm>
            <a:off x="6393583" y="4057650"/>
            <a:ext cx="2589521" cy="456285"/>
          </a:xfrm>
          <a:custGeom>
            <a:avLst/>
            <a:gdLst/>
            <a:ahLst/>
            <a:cxnLst/>
            <a:rect l="l" t="t" r="r" b="b"/>
            <a:pathLst>
              <a:path w="13227" h="4403" fill="none" extrusionOk="0">
                <a:moveTo>
                  <a:pt x="0" y="4403"/>
                </a:moveTo>
                <a:cubicBezTo>
                  <a:pt x="220" y="3664"/>
                  <a:pt x="667" y="2659"/>
                  <a:pt x="1497" y="2514"/>
                </a:cubicBezTo>
                <a:cubicBezTo>
                  <a:pt x="2831" y="2280"/>
                  <a:pt x="3256" y="3398"/>
                  <a:pt x="4192" y="3398"/>
                </a:cubicBezTo>
                <a:cubicBezTo>
                  <a:pt x="5128" y="3398"/>
                  <a:pt x="5418" y="381"/>
                  <a:pt x="6447" y="381"/>
                </a:cubicBezTo>
                <a:cubicBezTo>
                  <a:pt x="7548" y="381"/>
                  <a:pt x="7791" y="2931"/>
                  <a:pt x="8955" y="2931"/>
                </a:cubicBezTo>
                <a:cubicBezTo>
                  <a:pt x="10119" y="2931"/>
                  <a:pt x="10105" y="673"/>
                  <a:pt x="11512" y="673"/>
                </a:cubicBezTo>
                <a:cubicBezTo>
                  <a:pt x="12332" y="673"/>
                  <a:pt x="12897" y="306"/>
                  <a:pt x="13227" y="0"/>
                </a:cubicBezTo>
              </a:path>
            </a:pathLst>
          </a:custGeom>
          <a:noFill/>
          <a:ln w="9525" cap="rnd" cmpd="sng">
            <a:solidFill>
              <a:schemeClr val="accent1"/>
            </a:solidFill>
            <a:prstDash val="solid"/>
            <a:round/>
            <a:headEnd type="none" w="sm" len="sm"/>
            <a:tailEnd type="none" w="sm" len="sm"/>
          </a:ln>
        </p:spPr>
        <p:txBody>
          <a:bodyPr spcFirstLastPara="1" wrap="square" lIns="92150" tIns="47150" rIns="92150" bIns="47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143" name="Google Shape;3545;p47"/>
          <p:cNvGrpSpPr/>
          <p:nvPr/>
        </p:nvGrpSpPr>
        <p:grpSpPr>
          <a:xfrm>
            <a:off x="6341448" y="4096811"/>
            <a:ext cx="2589685" cy="327743"/>
            <a:chOff x="4382300" y="4001604"/>
            <a:chExt cx="4761687" cy="1138474"/>
          </a:xfrm>
        </p:grpSpPr>
        <p:sp>
          <p:nvSpPr>
            <p:cNvPr id="144" name="Google Shape;3546;p47"/>
            <p:cNvSpPr/>
            <p:nvPr/>
          </p:nvSpPr>
          <p:spPr>
            <a:xfrm>
              <a:off x="4382300" y="4001604"/>
              <a:ext cx="4761687" cy="1138474"/>
            </a:xfrm>
            <a:custGeom>
              <a:avLst/>
              <a:gdLst/>
              <a:ahLst/>
              <a:cxnLst/>
              <a:rect l="l" t="t" r="r" b="b"/>
              <a:pathLst>
                <a:path w="13227" h="7891" fill="none" extrusionOk="0">
                  <a:moveTo>
                    <a:pt x="0" y="7891"/>
                  </a:moveTo>
                  <a:lnTo>
                    <a:pt x="599" y="7524"/>
                  </a:lnTo>
                  <a:lnTo>
                    <a:pt x="1428" y="6660"/>
                  </a:lnTo>
                  <a:lnTo>
                    <a:pt x="2673" y="6285"/>
                  </a:lnTo>
                  <a:lnTo>
                    <a:pt x="3917" y="5100"/>
                  </a:lnTo>
                  <a:lnTo>
                    <a:pt x="5162" y="4638"/>
                  </a:lnTo>
                  <a:lnTo>
                    <a:pt x="6407" y="3410"/>
                  </a:lnTo>
                  <a:lnTo>
                    <a:pt x="7650" y="4357"/>
                  </a:lnTo>
                  <a:lnTo>
                    <a:pt x="8895" y="3900"/>
                  </a:lnTo>
                  <a:lnTo>
                    <a:pt x="10139" y="1732"/>
                  </a:lnTo>
                  <a:lnTo>
                    <a:pt x="11384" y="1086"/>
                  </a:lnTo>
                  <a:lnTo>
                    <a:pt x="12628" y="641"/>
                  </a:lnTo>
                  <a:lnTo>
                    <a:pt x="13227" y="0"/>
                  </a:lnTo>
                </a:path>
              </a:pathLst>
            </a:custGeom>
            <a:noFill/>
            <a:ln w="9525" cap="rnd" cmpd="sng">
              <a:solidFill>
                <a:schemeClr val="accent1"/>
              </a:solidFill>
              <a:prstDash val="solid"/>
              <a:round/>
              <a:headEnd type="none" w="sm" len="sm"/>
              <a:tailEnd type="none" w="sm" len="sm"/>
            </a:ln>
          </p:spPr>
          <p:txBody>
            <a:bodyPr spcFirstLastPara="1" wrap="square" lIns="94675" tIns="49675" rIns="94675" bIns="49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5" name="Google Shape;3547;p47"/>
            <p:cNvSpPr/>
            <p:nvPr/>
          </p:nvSpPr>
          <p:spPr>
            <a:xfrm>
              <a:off x="4534455" y="5049488"/>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3"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6" name="Google Shape;3548;p47"/>
            <p:cNvSpPr/>
            <p:nvPr/>
          </p:nvSpPr>
          <p:spPr>
            <a:xfrm>
              <a:off x="5755280" y="4705593"/>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7" name="Google Shape;3549;p47"/>
            <p:cNvSpPr/>
            <p:nvPr/>
          </p:nvSpPr>
          <p:spPr>
            <a:xfrm>
              <a:off x="5288720" y="4868868"/>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8" name="Google Shape;3550;p47"/>
            <p:cNvSpPr/>
            <p:nvPr/>
          </p:nvSpPr>
          <p:spPr>
            <a:xfrm>
              <a:off x="6651695" y="4459023"/>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49" name="Google Shape;3551;p47"/>
            <p:cNvSpPr/>
            <p:nvPr/>
          </p:nvSpPr>
          <p:spPr>
            <a:xfrm>
              <a:off x="6203360" y="4629998"/>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0" name="Google Shape;3552;p47"/>
            <p:cNvSpPr/>
            <p:nvPr/>
          </p:nvSpPr>
          <p:spPr>
            <a:xfrm>
              <a:off x="7110760" y="4585248"/>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3"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1" name="Google Shape;3553;p47"/>
            <p:cNvSpPr/>
            <p:nvPr/>
          </p:nvSpPr>
          <p:spPr>
            <a:xfrm>
              <a:off x="7547290" y="4522320"/>
              <a:ext cx="75600" cy="75240"/>
            </a:xfrm>
            <a:custGeom>
              <a:avLst/>
              <a:gdLst/>
              <a:ahLst/>
              <a:cxnLst/>
              <a:rect l="l" t="t" r="r" b="b"/>
              <a:pathLst>
                <a:path w="210" h="209" extrusionOk="0">
                  <a:moveTo>
                    <a:pt x="210" y="105"/>
                  </a:moveTo>
                  <a:cubicBezTo>
                    <a:pt x="210" y="163"/>
                    <a:pt x="163" y="209"/>
                    <a:pt x="105" y="209"/>
                  </a:cubicBezTo>
                  <a:cubicBezTo>
                    <a:pt x="47" y="209"/>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225" rIns="90000" bIns="30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2" name="Google Shape;3554;p47"/>
            <p:cNvSpPr/>
            <p:nvPr/>
          </p:nvSpPr>
          <p:spPr>
            <a:xfrm>
              <a:off x="4856440" y="4924885"/>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3" name="Google Shape;3555;p47"/>
            <p:cNvSpPr/>
            <p:nvPr/>
          </p:nvSpPr>
          <p:spPr>
            <a:xfrm>
              <a:off x="8453340" y="4122393"/>
              <a:ext cx="75240" cy="75600"/>
            </a:xfrm>
            <a:custGeom>
              <a:avLst/>
              <a:gdLst/>
              <a:ahLst/>
              <a:cxnLst/>
              <a:rect l="l" t="t" r="r" b="b"/>
              <a:pathLst>
                <a:path w="209" h="210" extrusionOk="0">
                  <a:moveTo>
                    <a:pt x="209" y="105"/>
                  </a:moveTo>
                  <a:cubicBezTo>
                    <a:pt x="209" y="163"/>
                    <a:pt x="162" y="210"/>
                    <a:pt x="104" y="210"/>
                  </a:cubicBezTo>
                  <a:cubicBezTo>
                    <a:pt x="46" y="210"/>
                    <a:pt x="0" y="163"/>
                    <a:pt x="0" y="105"/>
                  </a:cubicBezTo>
                  <a:cubicBezTo>
                    <a:pt x="0" y="47"/>
                    <a:pt x="46" y="0"/>
                    <a:pt x="104"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4" name="Google Shape;3556;p47"/>
            <p:cNvSpPr/>
            <p:nvPr/>
          </p:nvSpPr>
          <p:spPr>
            <a:xfrm>
              <a:off x="7999980" y="4219077"/>
              <a:ext cx="75240" cy="75240"/>
            </a:xfrm>
            <a:custGeom>
              <a:avLst/>
              <a:gdLst/>
              <a:ahLst/>
              <a:cxnLst/>
              <a:rect l="l" t="t" r="r" b="b"/>
              <a:pathLst>
                <a:path w="209" h="209" extrusionOk="0">
                  <a:moveTo>
                    <a:pt x="209" y="104"/>
                  </a:moveTo>
                  <a:cubicBezTo>
                    <a:pt x="209" y="162"/>
                    <a:pt x="163" y="209"/>
                    <a:pt x="105" y="209"/>
                  </a:cubicBezTo>
                  <a:cubicBezTo>
                    <a:pt x="47" y="209"/>
                    <a:pt x="0" y="162"/>
                    <a:pt x="0" y="104"/>
                  </a:cubicBezTo>
                  <a:cubicBezTo>
                    <a:pt x="0" y="46"/>
                    <a:pt x="47" y="0"/>
                    <a:pt x="105" y="0"/>
                  </a:cubicBezTo>
                  <a:cubicBezTo>
                    <a:pt x="162" y="0"/>
                    <a:pt x="209" y="46"/>
                    <a:pt x="209" y="104"/>
                  </a:cubicBezTo>
                  <a:close/>
                </a:path>
              </a:pathLst>
            </a:custGeom>
            <a:solidFill>
              <a:schemeClr val="accent1"/>
            </a:solidFill>
            <a:ln>
              <a:noFill/>
            </a:ln>
          </p:spPr>
          <p:txBody>
            <a:bodyPr spcFirstLastPara="1" wrap="square" lIns="90000" tIns="30225" rIns="90000" bIns="30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55" name="Google Shape;3557;p47"/>
            <p:cNvSpPr/>
            <p:nvPr/>
          </p:nvSpPr>
          <p:spPr>
            <a:xfrm>
              <a:off x="8897355" y="4056933"/>
              <a:ext cx="75240" cy="75600"/>
            </a:xfrm>
            <a:custGeom>
              <a:avLst/>
              <a:gdLst/>
              <a:ahLst/>
              <a:cxnLst/>
              <a:rect l="l" t="t" r="r" b="b"/>
              <a:pathLst>
                <a:path w="209" h="210" extrusionOk="0">
                  <a:moveTo>
                    <a:pt x="209" y="105"/>
                  </a:moveTo>
                  <a:cubicBezTo>
                    <a:pt x="209" y="163"/>
                    <a:pt x="162" y="210"/>
                    <a:pt x="104" y="210"/>
                  </a:cubicBezTo>
                  <a:cubicBezTo>
                    <a:pt x="46" y="210"/>
                    <a:pt x="0" y="163"/>
                    <a:pt x="0" y="105"/>
                  </a:cubicBezTo>
                  <a:cubicBezTo>
                    <a:pt x="0" y="47"/>
                    <a:pt x="46" y="0"/>
                    <a:pt x="104"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1172830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20"/>
        <p:cNvGrpSpPr/>
        <p:nvPr/>
      </p:nvGrpSpPr>
      <p:grpSpPr>
        <a:xfrm>
          <a:off x="0" y="0"/>
          <a:ext cx="0" cy="0"/>
          <a:chOff x="0" y="0"/>
          <a:chExt cx="0" cy="0"/>
        </a:xfrm>
      </p:grpSpPr>
      <p:sp>
        <p:nvSpPr>
          <p:cNvPr id="2621" name="Google Shape;262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Feature Engineering &amp; Temporal Transformations for Supply Chain Visibility</a:t>
            </a:r>
          </a:p>
        </p:txBody>
      </p:sp>
      <p:grpSp>
        <p:nvGrpSpPr>
          <p:cNvPr id="2624" name="Google Shape;2624;p30"/>
          <p:cNvGrpSpPr/>
          <p:nvPr/>
        </p:nvGrpSpPr>
        <p:grpSpPr>
          <a:xfrm>
            <a:off x="122000" y="4917447"/>
            <a:ext cx="4420450" cy="226056"/>
            <a:chOff x="122000" y="4917447"/>
            <a:chExt cx="4420450" cy="226056"/>
          </a:xfrm>
        </p:grpSpPr>
        <p:sp>
          <p:nvSpPr>
            <p:cNvPr id="2625" name="Google Shape;2625;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6" name="Google Shape;2626;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7" name="Google Shape;2627;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8" name="Google Shape;2628;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9" name="Google Shape;2629;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0" name="Google Shape;2630;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1" name="Google Shape;2631;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2" name="Google Shape;2632;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3" name="Google Shape;2633;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4" name="Google Shape;2634;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5" name="Google Shape;2635;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6" name="Google Shape;2636;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7" name="Google Shape;2637;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8" name="Google Shape;2638;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9" name="Google Shape;2639;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40" name="Google Shape;2640;p30"/>
          <p:cNvGrpSpPr/>
          <p:nvPr/>
        </p:nvGrpSpPr>
        <p:grpSpPr>
          <a:xfrm>
            <a:off x="4601500" y="4884626"/>
            <a:ext cx="4420450" cy="258877"/>
            <a:chOff x="4601500" y="4884626"/>
            <a:chExt cx="4420450" cy="258877"/>
          </a:xfrm>
        </p:grpSpPr>
        <p:sp>
          <p:nvSpPr>
            <p:cNvPr id="2641" name="Google Shape;2641;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2" name="Google Shape;2642;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3" name="Google Shape;2643;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4" name="Google Shape;2644;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5" name="Google Shape;2645;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6" name="Google Shape;2646;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7" name="Google Shape;2647;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8" name="Google Shape;2648;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9" name="Google Shape;2649;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0" name="Google Shape;2650;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1" name="Google Shape;2651;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2" name="Google Shape;2652;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3" name="Google Shape;2653;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4" name="Google Shape;2654;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5" name="Google Shape;2655;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56" name="Google Shape;2656;p30"/>
          <p:cNvGrpSpPr/>
          <p:nvPr/>
        </p:nvGrpSpPr>
        <p:grpSpPr>
          <a:xfrm>
            <a:off x="122025" y="5036324"/>
            <a:ext cx="4420450" cy="107173"/>
            <a:chOff x="122000" y="4917447"/>
            <a:chExt cx="4420450" cy="226056"/>
          </a:xfrm>
        </p:grpSpPr>
        <p:sp>
          <p:nvSpPr>
            <p:cNvPr id="2657" name="Google Shape;2657;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8" name="Google Shape;2658;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9" name="Google Shape;2659;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0" name="Google Shape;2660;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1" name="Google Shape;2661;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2" name="Google Shape;2662;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3" name="Google Shape;2663;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4" name="Google Shape;2664;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5" name="Google Shape;2665;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6" name="Google Shape;2666;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7" name="Google Shape;2667;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8" name="Google Shape;2668;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9" name="Google Shape;2669;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0" name="Google Shape;2670;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1" name="Google Shape;2671;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72" name="Google Shape;2672;p30"/>
          <p:cNvGrpSpPr/>
          <p:nvPr/>
        </p:nvGrpSpPr>
        <p:grpSpPr>
          <a:xfrm>
            <a:off x="4601525" y="5020763"/>
            <a:ext cx="4420450" cy="122734"/>
            <a:chOff x="4601500" y="4884626"/>
            <a:chExt cx="4420450" cy="258877"/>
          </a:xfrm>
        </p:grpSpPr>
        <p:sp>
          <p:nvSpPr>
            <p:cNvPr id="2673" name="Google Shape;2673;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4" name="Google Shape;2674;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5" name="Google Shape;2675;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6" name="Google Shape;2676;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7" name="Google Shape;2677;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8" name="Google Shape;2678;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9" name="Google Shape;2679;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0" name="Google Shape;2680;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1" name="Google Shape;2681;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2" name="Google Shape;2682;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3" name="Google Shape;2683;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4" name="Google Shape;2684;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5" name="Google Shape;2685;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6" name="Google Shape;2686;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7" name="Google Shape;2687;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 name="Rectangle 3"/>
          <p:cNvSpPr/>
          <p:nvPr/>
        </p:nvSpPr>
        <p:spPr>
          <a:xfrm>
            <a:off x="116748" y="1430487"/>
            <a:ext cx="8912251" cy="3539430"/>
          </a:xfrm>
          <a:prstGeom prst="rect">
            <a:avLst/>
          </a:prstGeom>
        </p:spPr>
        <p:txBody>
          <a:bodyPr wrap="square">
            <a:spAutoFit/>
          </a:bodyPr>
          <a:lstStyle/>
          <a:p>
            <a:r>
              <a:rPr lang="en-US" dirty="0"/>
              <a:t>To enhance logistics visibility and enable operational performance analysis, I engineered several delivery-related features through Python preprocessing:</a:t>
            </a:r>
          </a:p>
          <a:p>
            <a:endParaRPr lang="en-US" dirty="0"/>
          </a:p>
          <a:p>
            <a:r>
              <a:rPr lang="en-US" dirty="0"/>
              <a:t>1. Operational Delivery Metrics:</a:t>
            </a:r>
          </a:p>
          <a:p>
            <a:r>
              <a:rPr lang="en-US" dirty="0"/>
              <a:t>Converted multiple timestamp columns into </a:t>
            </a:r>
            <a:r>
              <a:rPr lang="en-US" dirty="0" err="1"/>
              <a:t>Datetime</a:t>
            </a:r>
            <a:r>
              <a:rPr lang="en-US" dirty="0"/>
              <a:t> format and calculated '</a:t>
            </a:r>
            <a:r>
              <a:rPr lang="en-US" dirty="0" err="1"/>
              <a:t>actual_delivery_days</a:t>
            </a:r>
            <a:r>
              <a:rPr lang="en-US" dirty="0"/>
              <a:t>', '</a:t>
            </a:r>
            <a:r>
              <a:rPr lang="en-US" dirty="0" err="1"/>
              <a:t>estimated_delivery_days</a:t>
            </a:r>
            <a:r>
              <a:rPr lang="en-US" dirty="0"/>
              <a:t>', and '</a:t>
            </a:r>
            <a:r>
              <a:rPr lang="en-US" dirty="0" err="1"/>
              <a:t>delivery_delay_days</a:t>
            </a:r>
            <a:r>
              <a:rPr lang="en-US" dirty="0"/>
              <a:t>' using Pandas to accurately measure delivery performance.</a:t>
            </a:r>
          </a:p>
          <a:p>
            <a:endParaRPr lang="en-US" dirty="0"/>
          </a:p>
          <a:p>
            <a:r>
              <a:rPr lang="en-US" dirty="0"/>
              <a:t>2. SLA Breach Identification:</a:t>
            </a:r>
          </a:p>
          <a:p>
            <a:r>
              <a:rPr lang="en-US" dirty="0"/>
              <a:t>Developed the '</a:t>
            </a:r>
            <a:r>
              <a:rPr lang="en-US" dirty="0" err="1"/>
              <a:t>is_delayed</a:t>
            </a:r>
            <a:r>
              <a:rPr lang="en-US" dirty="0"/>
              <a:t>' indicator using a custom lambda function, assigning delayed deliveries a value of 1 and on-time deliveries a value of 0. This enabled Power BI to calculate delivery performance metrics and monitor SLA compliance.</a:t>
            </a:r>
          </a:p>
          <a:p>
            <a:endParaRPr lang="en-US" dirty="0"/>
          </a:p>
          <a:p>
            <a:r>
              <a:rPr lang="en-US" dirty="0"/>
              <a:t>3. Logistics Cost Analysis:</a:t>
            </a:r>
          </a:p>
          <a:p>
            <a:r>
              <a:rPr lang="en-US" dirty="0"/>
              <a:t>Prepared </a:t>
            </a:r>
            <a:r>
              <a:rPr lang="en-US" dirty="0" err="1"/>
              <a:t>freight_value</a:t>
            </a:r>
            <a:r>
              <a:rPr lang="en-US" dirty="0"/>
              <a:t>, price, and product-related attributes within the consolidated dataset, enabling Power BI to calculate Freight Ratio and evaluate shipping cost efficiency across products, categories, and regions.</a:t>
            </a:r>
          </a:p>
        </p:txBody>
      </p:sp>
      <p:grpSp>
        <p:nvGrpSpPr>
          <p:cNvPr id="68" name="Google Shape;3451;p47"/>
          <p:cNvGrpSpPr/>
          <p:nvPr/>
        </p:nvGrpSpPr>
        <p:grpSpPr>
          <a:xfrm>
            <a:off x="6214484" y="1413838"/>
            <a:ext cx="3113316" cy="925202"/>
            <a:chOff x="2895480" y="488520"/>
            <a:chExt cx="4420440" cy="4761720"/>
          </a:xfrm>
        </p:grpSpPr>
        <p:sp>
          <p:nvSpPr>
            <p:cNvPr id="69" name="Google Shape;3452;p47"/>
            <p:cNvSpPr/>
            <p:nvPr/>
          </p:nvSpPr>
          <p:spPr>
            <a:xfrm>
              <a:off x="4089960" y="2835360"/>
              <a:ext cx="90360" cy="540000"/>
            </a:xfrm>
            <a:custGeom>
              <a:avLst/>
              <a:gdLst/>
              <a:ahLst/>
              <a:cxnLst/>
              <a:rect l="l" t="t" r="r" b="b"/>
              <a:pathLst>
                <a:path w="251" h="1500" extrusionOk="0">
                  <a:moveTo>
                    <a:pt x="0" y="0"/>
                  </a:moveTo>
                  <a:lnTo>
                    <a:pt x="251" y="0"/>
                  </a:lnTo>
                  <a:lnTo>
                    <a:pt x="251" y="1500"/>
                  </a:lnTo>
                  <a:lnTo>
                    <a:pt x="0" y="150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 name="Google Shape;3453;p47"/>
            <p:cNvSpPr/>
            <p:nvPr/>
          </p:nvSpPr>
          <p:spPr>
            <a:xfrm>
              <a:off x="4538160" y="2589480"/>
              <a:ext cx="90000" cy="965160"/>
            </a:xfrm>
            <a:custGeom>
              <a:avLst/>
              <a:gdLst/>
              <a:ahLst/>
              <a:cxnLst/>
              <a:rect l="l" t="t" r="r" b="b"/>
              <a:pathLst>
                <a:path w="250" h="2681" extrusionOk="0">
                  <a:moveTo>
                    <a:pt x="0" y="0"/>
                  </a:moveTo>
                  <a:lnTo>
                    <a:pt x="250" y="0"/>
                  </a:lnTo>
                  <a:lnTo>
                    <a:pt x="250" y="2681"/>
                  </a:lnTo>
                  <a:lnTo>
                    <a:pt x="0" y="268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 name="Google Shape;3454;p47"/>
            <p:cNvSpPr/>
            <p:nvPr/>
          </p:nvSpPr>
          <p:spPr>
            <a:xfrm>
              <a:off x="5135040" y="2166120"/>
              <a:ext cx="90360" cy="1294200"/>
            </a:xfrm>
            <a:custGeom>
              <a:avLst/>
              <a:gdLst/>
              <a:ahLst/>
              <a:cxnLst/>
              <a:rect l="l" t="t" r="r" b="b"/>
              <a:pathLst>
                <a:path w="251" h="3595" extrusionOk="0">
                  <a:moveTo>
                    <a:pt x="0" y="0"/>
                  </a:moveTo>
                  <a:lnTo>
                    <a:pt x="251" y="0"/>
                  </a:lnTo>
                  <a:lnTo>
                    <a:pt x="251" y="3595"/>
                  </a:lnTo>
                  <a:lnTo>
                    <a:pt x="0" y="35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 name="Google Shape;3455;p47"/>
            <p:cNvSpPr/>
            <p:nvPr/>
          </p:nvSpPr>
          <p:spPr>
            <a:xfrm>
              <a:off x="6031440" y="1801800"/>
              <a:ext cx="90000" cy="1096920"/>
            </a:xfrm>
            <a:custGeom>
              <a:avLst/>
              <a:gdLst/>
              <a:ahLst/>
              <a:cxnLst/>
              <a:rect l="l" t="t" r="r" b="b"/>
              <a:pathLst>
                <a:path w="250" h="3047" extrusionOk="0">
                  <a:moveTo>
                    <a:pt x="0" y="0"/>
                  </a:moveTo>
                  <a:lnTo>
                    <a:pt x="250" y="0"/>
                  </a:lnTo>
                  <a:lnTo>
                    <a:pt x="250" y="3047"/>
                  </a:lnTo>
                  <a:lnTo>
                    <a:pt x="0" y="304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 name="Google Shape;3456;p47"/>
            <p:cNvSpPr/>
            <p:nvPr/>
          </p:nvSpPr>
          <p:spPr>
            <a:xfrm>
              <a:off x="5433840" y="2706120"/>
              <a:ext cx="90000" cy="754200"/>
            </a:xfrm>
            <a:custGeom>
              <a:avLst/>
              <a:gdLst/>
              <a:ahLst/>
              <a:cxnLst/>
              <a:rect l="l" t="t" r="r" b="b"/>
              <a:pathLst>
                <a:path w="250" h="2095" extrusionOk="0">
                  <a:moveTo>
                    <a:pt x="0" y="0"/>
                  </a:moveTo>
                  <a:lnTo>
                    <a:pt x="250" y="0"/>
                  </a:lnTo>
                  <a:lnTo>
                    <a:pt x="250" y="2095"/>
                  </a:lnTo>
                  <a:lnTo>
                    <a:pt x="0" y="209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4" name="Google Shape;3457;p47"/>
            <p:cNvSpPr/>
            <p:nvPr/>
          </p:nvSpPr>
          <p:spPr>
            <a:xfrm>
              <a:off x="3940920" y="337428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 name="Google Shape;3458;p47"/>
            <p:cNvSpPr/>
            <p:nvPr/>
          </p:nvSpPr>
          <p:spPr>
            <a:xfrm>
              <a:off x="4388760" y="2589480"/>
              <a:ext cx="90000" cy="420480"/>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 name="Google Shape;3459;p47"/>
            <p:cNvSpPr/>
            <p:nvPr/>
          </p:nvSpPr>
          <p:spPr>
            <a:xfrm>
              <a:off x="4986000" y="2166120"/>
              <a:ext cx="90360" cy="792720"/>
            </a:xfrm>
            <a:custGeom>
              <a:avLst/>
              <a:gdLst/>
              <a:ahLst/>
              <a:cxnLst/>
              <a:rect l="l" t="t" r="r" b="b"/>
              <a:pathLst>
                <a:path w="251" h="2202" extrusionOk="0">
                  <a:moveTo>
                    <a:pt x="0" y="0"/>
                  </a:moveTo>
                  <a:lnTo>
                    <a:pt x="251" y="0"/>
                  </a:lnTo>
                  <a:lnTo>
                    <a:pt x="251" y="2202"/>
                  </a:lnTo>
                  <a:lnTo>
                    <a:pt x="0" y="22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 name="Google Shape;3460;p47"/>
            <p:cNvSpPr/>
            <p:nvPr/>
          </p:nvSpPr>
          <p:spPr>
            <a:xfrm>
              <a:off x="5732640" y="2050560"/>
              <a:ext cx="90000" cy="347040"/>
            </a:xfrm>
            <a:custGeom>
              <a:avLst/>
              <a:gdLst/>
              <a:ahLst/>
              <a:cxnLst/>
              <a:rect l="l" t="t" r="r" b="b"/>
              <a:pathLst>
                <a:path w="250" h="964" extrusionOk="0">
                  <a:moveTo>
                    <a:pt x="0" y="0"/>
                  </a:moveTo>
                  <a:lnTo>
                    <a:pt x="250" y="0"/>
                  </a:lnTo>
                  <a:lnTo>
                    <a:pt x="250" y="964"/>
                  </a:lnTo>
                  <a:lnTo>
                    <a:pt x="0" y="96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 name="Google Shape;3461;p47"/>
            <p:cNvSpPr/>
            <p:nvPr/>
          </p:nvSpPr>
          <p:spPr>
            <a:xfrm>
              <a:off x="6479280" y="1249200"/>
              <a:ext cx="90000" cy="173520"/>
            </a:xfrm>
            <a:custGeom>
              <a:avLst/>
              <a:gdLst/>
              <a:ahLst/>
              <a:cxnLst/>
              <a:rect l="l" t="t" r="r" b="b"/>
              <a:pathLst>
                <a:path w="250" h="482" extrusionOk="0">
                  <a:moveTo>
                    <a:pt x="0" y="0"/>
                  </a:moveTo>
                  <a:lnTo>
                    <a:pt x="250" y="0"/>
                  </a:lnTo>
                  <a:lnTo>
                    <a:pt x="250" y="482"/>
                  </a:lnTo>
                  <a:lnTo>
                    <a:pt x="0" y="48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 name="Google Shape;3462;p47"/>
            <p:cNvSpPr/>
            <p:nvPr/>
          </p:nvSpPr>
          <p:spPr>
            <a:xfrm>
              <a:off x="6329880" y="1249200"/>
              <a:ext cx="90000" cy="443880"/>
            </a:xfrm>
            <a:custGeom>
              <a:avLst/>
              <a:gdLst/>
              <a:ahLst/>
              <a:cxnLst/>
              <a:rect l="l" t="t" r="r" b="b"/>
              <a:pathLst>
                <a:path w="250" h="1233" extrusionOk="0">
                  <a:moveTo>
                    <a:pt x="0" y="0"/>
                  </a:moveTo>
                  <a:lnTo>
                    <a:pt x="250" y="0"/>
                  </a:lnTo>
                  <a:lnTo>
                    <a:pt x="250" y="1233"/>
                  </a:lnTo>
                  <a:lnTo>
                    <a:pt x="0" y="123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 name="Google Shape;3463;p47"/>
            <p:cNvSpPr/>
            <p:nvPr/>
          </p:nvSpPr>
          <p:spPr>
            <a:xfrm>
              <a:off x="7076520" y="794880"/>
              <a:ext cx="90360" cy="368280"/>
            </a:xfrm>
            <a:custGeom>
              <a:avLst/>
              <a:gdLst/>
              <a:ahLst/>
              <a:cxnLst/>
              <a:rect l="l" t="t" r="r" b="b"/>
              <a:pathLst>
                <a:path w="251" h="1023" extrusionOk="0">
                  <a:moveTo>
                    <a:pt x="0" y="0"/>
                  </a:moveTo>
                  <a:lnTo>
                    <a:pt x="251" y="0"/>
                  </a:lnTo>
                  <a:lnTo>
                    <a:pt x="251" y="1023"/>
                  </a:lnTo>
                  <a:lnTo>
                    <a:pt x="0" y="10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 name="Google Shape;3464;p47"/>
            <p:cNvSpPr/>
            <p:nvPr/>
          </p:nvSpPr>
          <p:spPr>
            <a:xfrm>
              <a:off x="6927480" y="910440"/>
              <a:ext cx="90000" cy="253080"/>
            </a:xfrm>
            <a:custGeom>
              <a:avLst/>
              <a:gdLst/>
              <a:ahLst/>
              <a:cxnLst/>
              <a:rect l="l" t="t" r="r" b="b"/>
              <a:pathLst>
                <a:path w="250" h="703" extrusionOk="0">
                  <a:moveTo>
                    <a:pt x="0" y="0"/>
                  </a:moveTo>
                  <a:lnTo>
                    <a:pt x="250" y="0"/>
                  </a:lnTo>
                  <a:lnTo>
                    <a:pt x="250" y="703"/>
                  </a:lnTo>
                  <a:lnTo>
                    <a:pt x="0" y="70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2" name="Google Shape;3465;p47"/>
            <p:cNvSpPr/>
            <p:nvPr/>
          </p:nvSpPr>
          <p:spPr>
            <a:xfrm>
              <a:off x="7225920" y="488520"/>
              <a:ext cx="90000" cy="306360"/>
            </a:xfrm>
            <a:custGeom>
              <a:avLst/>
              <a:gdLst/>
              <a:ahLst/>
              <a:cxnLst/>
              <a:rect l="l" t="t" r="r" b="b"/>
              <a:pathLst>
                <a:path w="250" h="851" extrusionOk="0">
                  <a:moveTo>
                    <a:pt x="0" y="0"/>
                  </a:moveTo>
                  <a:lnTo>
                    <a:pt x="250" y="0"/>
                  </a:lnTo>
                  <a:lnTo>
                    <a:pt x="250" y="851"/>
                  </a:lnTo>
                  <a:lnTo>
                    <a:pt x="0" y="85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3" name="Google Shape;3466;p47"/>
            <p:cNvSpPr/>
            <p:nvPr/>
          </p:nvSpPr>
          <p:spPr>
            <a:xfrm>
              <a:off x="6778080" y="910440"/>
              <a:ext cx="90000" cy="621000"/>
            </a:xfrm>
            <a:custGeom>
              <a:avLst/>
              <a:gdLst/>
              <a:ahLst/>
              <a:cxnLst/>
              <a:rect l="l" t="t" r="r" b="b"/>
              <a:pathLst>
                <a:path w="250" h="1725" extrusionOk="0">
                  <a:moveTo>
                    <a:pt x="0" y="0"/>
                  </a:moveTo>
                  <a:lnTo>
                    <a:pt x="250" y="0"/>
                  </a:lnTo>
                  <a:lnTo>
                    <a:pt x="250" y="1725"/>
                  </a:lnTo>
                  <a:lnTo>
                    <a:pt x="0" y="172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 name="Google Shape;3467;p47"/>
            <p:cNvSpPr/>
            <p:nvPr/>
          </p:nvSpPr>
          <p:spPr>
            <a:xfrm>
              <a:off x="5882040" y="2397600"/>
              <a:ext cx="90000" cy="501120"/>
            </a:xfrm>
            <a:custGeom>
              <a:avLst/>
              <a:gdLst/>
              <a:ahLst/>
              <a:cxnLst/>
              <a:rect l="l" t="t" r="r" b="b"/>
              <a:pathLst>
                <a:path w="250" h="1392" extrusionOk="0">
                  <a:moveTo>
                    <a:pt x="0" y="0"/>
                  </a:moveTo>
                  <a:lnTo>
                    <a:pt x="250" y="0"/>
                  </a:lnTo>
                  <a:lnTo>
                    <a:pt x="250" y="1392"/>
                  </a:lnTo>
                  <a:lnTo>
                    <a:pt x="0" y="139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 name="Google Shape;3468;p47"/>
            <p:cNvSpPr/>
            <p:nvPr/>
          </p:nvSpPr>
          <p:spPr>
            <a:xfrm>
              <a:off x="4687560" y="3133800"/>
              <a:ext cx="90000" cy="420840"/>
            </a:xfrm>
            <a:custGeom>
              <a:avLst/>
              <a:gdLst/>
              <a:ahLst/>
              <a:cxnLst/>
              <a:rect l="l" t="t" r="r" b="b"/>
              <a:pathLst>
                <a:path w="250" h="1169" extrusionOk="0">
                  <a:moveTo>
                    <a:pt x="0" y="0"/>
                  </a:moveTo>
                  <a:lnTo>
                    <a:pt x="250" y="0"/>
                  </a:lnTo>
                  <a:lnTo>
                    <a:pt x="250" y="1169"/>
                  </a:lnTo>
                  <a:lnTo>
                    <a:pt x="0" y="116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 name="Google Shape;3469;p47"/>
            <p:cNvSpPr/>
            <p:nvPr/>
          </p:nvSpPr>
          <p:spPr>
            <a:xfrm>
              <a:off x="3642120" y="3969720"/>
              <a:ext cx="90000" cy="420480"/>
            </a:xfrm>
            <a:custGeom>
              <a:avLst/>
              <a:gdLst/>
              <a:ahLst/>
              <a:cxnLst/>
              <a:rect l="l" t="t" r="r" b="b"/>
              <a:pathLst>
                <a:path w="250" h="1168" extrusionOk="0">
                  <a:moveTo>
                    <a:pt x="0" y="0"/>
                  </a:moveTo>
                  <a:lnTo>
                    <a:pt x="250" y="0"/>
                  </a:lnTo>
                  <a:lnTo>
                    <a:pt x="250" y="1168"/>
                  </a:lnTo>
                  <a:lnTo>
                    <a:pt x="0" y="11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 name="Google Shape;3470;p47"/>
            <p:cNvSpPr/>
            <p:nvPr/>
          </p:nvSpPr>
          <p:spPr>
            <a:xfrm>
              <a:off x="3343320" y="4477680"/>
              <a:ext cx="90000" cy="274680"/>
            </a:xfrm>
            <a:custGeom>
              <a:avLst/>
              <a:gdLst/>
              <a:ahLst/>
              <a:cxnLst/>
              <a:rect l="l" t="t" r="r" b="b"/>
              <a:pathLst>
                <a:path w="250" h="763" extrusionOk="0">
                  <a:moveTo>
                    <a:pt x="0" y="0"/>
                  </a:moveTo>
                  <a:lnTo>
                    <a:pt x="250" y="0"/>
                  </a:lnTo>
                  <a:lnTo>
                    <a:pt x="250" y="763"/>
                  </a:lnTo>
                  <a:lnTo>
                    <a:pt x="0" y="76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 name="Google Shape;3471;p47"/>
            <p:cNvSpPr/>
            <p:nvPr/>
          </p:nvSpPr>
          <p:spPr>
            <a:xfrm>
              <a:off x="3044520" y="4293720"/>
              <a:ext cx="90360" cy="274320"/>
            </a:xfrm>
            <a:custGeom>
              <a:avLst/>
              <a:gdLst/>
              <a:ahLst/>
              <a:cxnLst/>
              <a:rect l="l" t="t" r="r" b="b"/>
              <a:pathLst>
                <a:path w="251" h="762" extrusionOk="0">
                  <a:moveTo>
                    <a:pt x="0" y="0"/>
                  </a:moveTo>
                  <a:lnTo>
                    <a:pt x="251" y="0"/>
                  </a:lnTo>
                  <a:lnTo>
                    <a:pt x="251" y="762"/>
                  </a:lnTo>
                  <a:lnTo>
                    <a:pt x="0" y="76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 name="Google Shape;3472;p47"/>
            <p:cNvSpPr/>
            <p:nvPr/>
          </p:nvSpPr>
          <p:spPr>
            <a:xfrm>
              <a:off x="3193920" y="4293720"/>
              <a:ext cx="90000" cy="458640"/>
            </a:xfrm>
            <a:custGeom>
              <a:avLst/>
              <a:gdLst/>
              <a:ahLst/>
              <a:cxnLst/>
              <a:rect l="l" t="t" r="r" b="b"/>
              <a:pathLst>
                <a:path w="250" h="1274" extrusionOk="0">
                  <a:moveTo>
                    <a:pt x="0" y="0"/>
                  </a:moveTo>
                  <a:lnTo>
                    <a:pt x="250" y="0"/>
                  </a:lnTo>
                  <a:lnTo>
                    <a:pt x="250" y="1274"/>
                  </a:lnTo>
                  <a:lnTo>
                    <a:pt x="0" y="127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 name="Google Shape;3473;p47"/>
            <p:cNvSpPr/>
            <p:nvPr/>
          </p:nvSpPr>
          <p:spPr>
            <a:xfrm>
              <a:off x="3791520" y="379512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 name="Google Shape;3474;p47"/>
            <p:cNvSpPr/>
            <p:nvPr/>
          </p:nvSpPr>
          <p:spPr>
            <a:xfrm>
              <a:off x="4239360" y="2835360"/>
              <a:ext cx="90360" cy="174600"/>
            </a:xfrm>
            <a:custGeom>
              <a:avLst/>
              <a:gdLst/>
              <a:ahLst/>
              <a:cxnLst/>
              <a:rect l="l" t="t" r="r" b="b"/>
              <a:pathLst>
                <a:path w="251" h="485" extrusionOk="0">
                  <a:moveTo>
                    <a:pt x="0" y="0"/>
                  </a:moveTo>
                  <a:lnTo>
                    <a:pt x="251" y="0"/>
                  </a:lnTo>
                  <a:lnTo>
                    <a:pt x="251"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 name="Google Shape;3475;p47"/>
            <p:cNvSpPr/>
            <p:nvPr/>
          </p:nvSpPr>
          <p:spPr>
            <a:xfrm>
              <a:off x="4836960" y="2959200"/>
              <a:ext cx="90000" cy="174600"/>
            </a:xfrm>
            <a:custGeom>
              <a:avLst/>
              <a:gdLst/>
              <a:ahLst/>
              <a:cxnLst/>
              <a:rect l="l" t="t" r="r" b="b"/>
              <a:pathLst>
                <a:path w="250" h="485" extrusionOk="0">
                  <a:moveTo>
                    <a:pt x="0" y="0"/>
                  </a:moveTo>
                  <a:lnTo>
                    <a:pt x="250" y="0"/>
                  </a:lnTo>
                  <a:lnTo>
                    <a:pt x="250" y="485"/>
                  </a:lnTo>
                  <a:lnTo>
                    <a:pt x="0" y="485"/>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 name="Google Shape;3476;p47"/>
            <p:cNvSpPr/>
            <p:nvPr/>
          </p:nvSpPr>
          <p:spPr>
            <a:xfrm>
              <a:off x="5583240" y="2050560"/>
              <a:ext cx="90000" cy="655920"/>
            </a:xfrm>
            <a:custGeom>
              <a:avLst/>
              <a:gdLst/>
              <a:ahLst/>
              <a:cxnLst/>
              <a:rect l="l" t="t" r="r" b="b"/>
              <a:pathLst>
                <a:path w="250" h="1822" extrusionOk="0">
                  <a:moveTo>
                    <a:pt x="0" y="0"/>
                  </a:moveTo>
                  <a:lnTo>
                    <a:pt x="250" y="0"/>
                  </a:lnTo>
                  <a:lnTo>
                    <a:pt x="250" y="1822"/>
                  </a:lnTo>
                  <a:lnTo>
                    <a:pt x="0" y="182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 name="Google Shape;3477;p47"/>
            <p:cNvSpPr/>
            <p:nvPr/>
          </p:nvSpPr>
          <p:spPr>
            <a:xfrm>
              <a:off x="5284440" y="34603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 name="Google Shape;3478;p47"/>
            <p:cNvSpPr/>
            <p:nvPr/>
          </p:nvSpPr>
          <p:spPr>
            <a:xfrm>
              <a:off x="6180480" y="1693080"/>
              <a:ext cx="90360" cy="108720"/>
            </a:xfrm>
            <a:custGeom>
              <a:avLst/>
              <a:gdLst/>
              <a:ahLst/>
              <a:cxnLst/>
              <a:rect l="l" t="t" r="r" b="b"/>
              <a:pathLst>
                <a:path w="251" h="302" extrusionOk="0">
                  <a:moveTo>
                    <a:pt x="0" y="0"/>
                  </a:moveTo>
                  <a:lnTo>
                    <a:pt x="251" y="0"/>
                  </a:lnTo>
                  <a:lnTo>
                    <a:pt x="251"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 name="Google Shape;3479;p47"/>
            <p:cNvSpPr/>
            <p:nvPr/>
          </p:nvSpPr>
          <p:spPr>
            <a:xfrm>
              <a:off x="6628680" y="1422720"/>
              <a:ext cx="90000" cy="108720"/>
            </a:xfrm>
            <a:custGeom>
              <a:avLst/>
              <a:gdLst/>
              <a:ahLst/>
              <a:cxnLst/>
              <a:rect l="l" t="t" r="r" b="b"/>
              <a:pathLst>
                <a:path w="250" h="302" extrusionOk="0">
                  <a:moveTo>
                    <a:pt x="0" y="0"/>
                  </a:moveTo>
                  <a:lnTo>
                    <a:pt x="250" y="0"/>
                  </a:lnTo>
                  <a:lnTo>
                    <a:pt x="250" y="302"/>
                  </a:lnTo>
                  <a:lnTo>
                    <a:pt x="0" y="302"/>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7" name="Google Shape;3480;p47"/>
            <p:cNvSpPr/>
            <p:nvPr/>
          </p:nvSpPr>
          <p:spPr>
            <a:xfrm>
              <a:off x="3492720" y="4390560"/>
              <a:ext cx="90000" cy="87120"/>
            </a:xfrm>
            <a:custGeom>
              <a:avLst/>
              <a:gdLst/>
              <a:ahLst/>
              <a:cxnLst/>
              <a:rect l="l" t="t" r="r" b="b"/>
              <a:pathLst>
                <a:path w="250" h="242" extrusionOk="0">
                  <a:moveTo>
                    <a:pt x="0" y="0"/>
                  </a:moveTo>
                  <a:lnTo>
                    <a:pt x="250" y="0"/>
                  </a:lnTo>
                  <a:lnTo>
                    <a:pt x="250" y="242"/>
                  </a:lnTo>
                  <a:lnTo>
                    <a:pt x="0" y="242"/>
                  </a:lnTo>
                  <a:lnTo>
                    <a:pt x="0" y="0"/>
                  </a:lnTo>
                  <a:close/>
                </a:path>
              </a:pathLst>
            </a:custGeom>
            <a:solidFill>
              <a:schemeClr val="accent1"/>
            </a:solidFill>
            <a:ln>
              <a:noFill/>
            </a:ln>
          </p:spPr>
          <p:txBody>
            <a:bodyPr spcFirstLastPara="1" wrap="square" lIns="90000" tIns="42100" rIns="90000" bIns="421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8" name="Google Shape;3481;p47"/>
            <p:cNvSpPr/>
            <p:nvPr/>
          </p:nvSpPr>
          <p:spPr>
            <a:xfrm>
              <a:off x="2895480" y="4568400"/>
              <a:ext cx="90000" cy="681840"/>
            </a:xfrm>
            <a:custGeom>
              <a:avLst/>
              <a:gdLst/>
              <a:ahLst/>
              <a:cxnLst/>
              <a:rect l="l" t="t" r="r" b="b"/>
              <a:pathLst>
                <a:path w="250" h="1894" extrusionOk="0">
                  <a:moveTo>
                    <a:pt x="0" y="0"/>
                  </a:moveTo>
                  <a:lnTo>
                    <a:pt x="250" y="0"/>
                  </a:lnTo>
                  <a:lnTo>
                    <a:pt x="250" y="1894"/>
                  </a:lnTo>
                  <a:lnTo>
                    <a:pt x="0" y="189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229475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0"/>
        <p:cNvGrpSpPr/>
        <p:nvPr/>
      </p:nvGrpSpPr>
      <p:grpSpPr>
        <a:xfrm>
          <a:off x="0" y="0"/>
          <a:ext cx="0" cy="0"/>
          <a:chOff x="0" y="0"/>
          <a:chExt cx="0" cy="0"/>
        </a:xfrm>
      </p:grpSpPr>
      <p:sp>
        <p:nvSpPr>
          <p:cNvPr id="2621" name="Google Shape;262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lgn="ctr"/>
            <a:r>
              <a:rPr lang="en-US" dirty="0"/>
              <a:t>Bridging Qualitative and Quantitative Data via Text Optimization</a:t>
            </a:r>
          </a:p>
        </p:txBody>
      </p:sp>
      <p:grpSp>
        <p:nvGrpSpPr>
          <p:cNvPr id="2624" name="Google Shape;2624;p30"/>
          <p:cNvGrpSpPr/>
          <p:nvPr/>
        </p:nvGrpSpPr>
        <p:grpSpPr>
          <a:xfrm>
            <a:off x="122000" y="4917447"/>
            <a:ext cx="4420450" cy="226056"/>
            <a:chOff x="122000" y="4917447"/>
            <a:chExt cx="4420450" cy="226056"/>
          </a:xfrm>
        </p:grpSpPr>
        <p:sp>
          <p:nvSpPr>
            <p:cNvPr id="2625" name="Google Shape;2625;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6" name="Google Shape;2626;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7" name="Google Shape;2627;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8" name="Google Shape;2628;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29" name="Google Shape;2629;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0" name="Google Shape;2630;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1" name="Google Shape;2631;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2" name="Google Shape;2632;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3" name="Google Shape;2633;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4" name="Google Shape;2634;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5" name="Google Shape;2635;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6" name="Google Shape;2636;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7" name="Google Shape;2637;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8" name="Google Shape;2638;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39" name="Google Shape;2639;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40" name="Google Shape;2640;p30"/>
          <p:cNvGrpSpPr/>
          <p:nvPr/>
        </p:nvGrpSpPr>
        <p:grpSpPr>
          <a:xfrm>
            <a:off x="4601500" y="4884626"/>
            <a:ext cx="4420450" cy="258877"/>
            <a:chOff x="4601500" y="4884626"/>
            <a:chExt cx="4420450" cy="258877"/>
          </a:xfrm>
        </p:grpSpPr>
        <p:sp>
          <p:nvSpPr>
            <p:cNvPr id="2641" name="Google Shape;2641;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2" name="Google Shape;2642;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3" name="Google Shape;2643;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4" name="Google Shape;2644;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5" name="Google Shape;2645;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6" name="Google Shape;2646;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7" name="Google Shape;2647;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8" name="Google Shape;2648;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49" name="Google Shape;2649;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0" name="Google Shape;2650;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1" name="Google Shape;2651;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2" name="Google Shape;2652;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3" name="Google Shape;2653;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4" name="Google Shape;2654;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5" name="Google Shape;2655;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56" name="Google Shape;2656;p30"/>
          <p:cNvGrpSpPr/>
          <p:nvPr/>
        </p:nvGrpSpPr>
        <p:grpSpPr>
          <a:xfrm>
            <a:off x="122025" y="5036324"/>
            <a:ext cx="4420450" cy="107173"/>
            <a:chOff x="122000" y="4917447"/>
            <a:chExt cx="4420450" cy="226056"/>
          </a:xfrm>
        </p:grpSpPr>
        <p:sp>
          <p:nvSpPr>
            <p:cNvPr id="2657" name="Google Shape;2657;p30"/>
            <p:cNvSpPr/>
            <p:nvPr/>
          </p:nvSpPr>
          <p:spPr>
            <a:xfrm>
              <a:off x="12200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8" name="Google Shape;2658;p30"/>
            <p:cNvSpPr/>
            <p:nvPr/>
          </p:nvSpPr>
          <p:spPr>
            <a:xfrm>
              <a:off x="420441"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59" name="Google Shape;2659;p30"/>
            <p:cNvSpPr/>
            <p:nvPr/>
          </p:nvSpPr>
          <p:spPr>
            <a:xfrm>
              <a:off x="719241"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0" name="Google Shape;2660;p30"/>
            <p:cNvSpPr/>
            <p:nvPr/>
          </p:nvSpPr>
          <p:spPr>
            <a:xfrm>
              <a:off x="1018042"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1" name="Google Shape;2661;p30"/>
            <p:cNvSpPr/>
            <p:nvPr/>
          </p:nvSpPr>
          <p:spPr>
            <a:xfrm>
              <a:off x="1316483"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2" name="Google Shape;2662;p30"/>
            <p:cNvSpPr/>
            <p:nvPr/>
          </p:nvSpPr>
          <p:spPr>
            <a:xfrm>
              <a:off x="1615283"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3" name="Google Shape;2663;p30"/>
            <p:cNvSpPr/>
            <p:nvPr/>
          </p:nvSpPr>
          <p:spPr>
            <a:xfrm>
              <a:off x="22125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4" name="Google Shape;2664;p30"/>
            <p:cNvSpPr/>
            <p:nvPr/>
          </p:nvSpPr>
          <p:spPr>
            <a:xfrm>
              <a:off x="2809766"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5" name="Google Shape;2665;p30"/>
            <p:cNvSpPr/>
            <p:nvPr/>
          </p:nvSpPr>
          <p:spPr>
            <a:xfrm>
              <a:off x="3108567"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6" name="Google Shape;2666;p30"/>
            <p:cNvSpPr/>
            <p:nvPr/>
          </p:nvSpPr>
          <p:spPr>
            <a:xfrm>
              <a:off x="3407008"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7" name="Google Shape;2667;p30"/>
            <p:cNvSpPr/>
            <p:nvPr/>
          </p:nvSpPr>
          <p:spPr>
            <a:xfrm>
              <a:off x="3705808"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8" name="Google Shape;2668;p30"/>
            <p:cNvSpPr/>
            <p:nvPr/>
          </p:nvSpPr>
          <p:spPr>
            <a:xfrm>
              <a:off x="4004609"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69" name="Google Shape;2669;p30"/>
            <p:cNvSpPr/>
            <p:nvPr/>
          </p:nvSpPr>
          <p:spPr>
            <a:xfrm>
              <a:off x="4303050" y="4917447"/>
              <a:ext cx="239400" cy="22605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0" name="Google Shape;2670;p30"/>
            <p:cNvSpPr/>
            <p:nvPr/>
          </p:nvSpPr>
          <p:spPr>
            <a:xfrm>
              <a:off x="1914084"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1" name="Google Shape;2671;p30"/>
            <p:cNvSpPr/>
            <p:nvPr/>
          </p:nvSpPr>
          <p:spPr>
            <a:xfrm>
              <a:off x="2510966"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2672" name="Google Shape;2672;p30"/>
          <p:cNvGrpSpPr/>
          <p:nvPr/>
        </p:nvGrpSpPr>
        <p:grpSpPr>
          <a:xfrm>
            <a:off x="4601525" y="5020763"/>
            <a:ext cx="4420450" cy="122734"/>
            <a:chOff x="4601500" y="4884626"/>
            <a:chExt cx="4420450" cy="258877"/>
          </a:xfrm>
        </p:grpSpPr>
        <p:sp>
          <p:nvSpPr>
            <p:cNvPr id="2673" name="Google Shape;2673;p30"/>
            <p:cNvSpPr/>
            <p:nvPr/>
          </p:nvSpPr>
          <p:spPr>
            <a:xfrm flipH="1">
              <a:off x="8782550" y="5120767"/>
              <a:ext cx="239400" cy="22734"/>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4" name="Google Shape;2674;p30"/>
            <p:cNvSpPr/>
            <p:nvPr/>
          </p:nvSpPr>
          <p:spPr>
            <a:xfrm flipH="1">
              <a:off x="8484109" y="5093416"/>
              <a:ext cx="239400" cy="50085"/>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5" name="Google Shape;2675;p30"/>
            <p:cNvSpPr/>
            <p:nvPr/>
          </p:nvSpPr>
          <p:spPr>
            <a:xfrm flipH="1">
              <a:off x="8185309" y="5077403"/>
              <a:ext cx="239400" cy="6609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6" name="Google Shape;2676;p30"/>
            <p:cNvSpPr/>
            <p:nvPr/>
          </p:nvSpPr>
          <p:spPr>
            <a:xfrm flipH="1">
              <a:off x="7886508" y="5048825"/>
              <a:ext cx="239400" cy="94677"/>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7" name="Google Shape;2677;p30"/>
            <p:cNvSpPr/>
            <p:nvPr/>
          </p:nvSpPr>
          <p:spPr>
            <a:xfrm flipH="1">
              <a:off x="7587707" y="5020539"/>
              <a:ext cx="239760" cy="122963"/>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8" name="Google Shape;2678;p30"/>
            <p:cNvSpPr/>
            <p:nvPr/>
          </p:nvSpPr>
          <p:spPr>
            <a:xfrm flipH="1">
              <a:off x="7289267" y="5009493"/>
              <a:ext cx="239400" cy="134009"/>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79" name="Google Shape;2679;p30"/>
            <p:cNvSpPr/>
            <p:nvPr/>
          </p:nvSpPr>
          <p:spPr>
            <a:xfrm flipH="1">
              <a:off x="6692025" y="4988980"/>
              <a:ext cx="239400" cy="154522"/>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0" name="Google Shape;2680;p30"/>
            <p:cNvSpPr/>
            <p:nvPr/>
          </p:nvSpPr>
          <p:spPr>
            <a:xfrm flipH="1">
              <a:off x="6094784" y="4980623"/>
              <a:ext cx="239400" cy="162879"/>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1" name="Google Shape;2681;p30"/>
            <p:cNvSpPr/>
            <p:nvPr/>
          </p:nvSpPr>
          <p:spPr>
            <a:xfrm flipH="1">
              <a:off x="5795983" y="4966948"/>
              <a:ext cx="239400" cy="17655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2" name="Google Shape;2682;p30"/>
            <p:cNvSpPr/>
            <p:nvPr/>
          </p:nvSpPr>
          <p:spPr>
            <a:xfrm flipH="1">
              <a:off x="5497542" y="4938486"/>
              <a:ext cx="239400" cy="205016"/>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3" name="Google Shape;2683;p30"/>
            <p:cNvSpPr/>
            <p:nvPr/>
          </p:nvSpPr>
          <p:spPr>
            <a:xfrm flipH="1">
              <a:off x="5198742" y="4945207"/>
              <a:ext cx="239400" cy="198295"/>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4" name="Google Shape;2684;p30"/>
            <p:cNvSpPr/>
            <p:nvPr/>
          </p:nvSpPr>
          <p:spPr>
            <a:xfrm flipH="1">
              <a:off x="4899941" y="4929545"/>
              <a:ext cx="239400" cy="213958"/>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5" name="Google Shape;2685;p30"/>
            <p:cNvSpPr/>
            <p:nvPr/>
          </p:nvSpPr>
          <p:spPr>
            <a:xfrm flipH="1">
              <a:off x="4601500" y="4884626"/>
              <a:ext cx="239400" cy="258876"/>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6" name="Google Shape;2686;p30"/>
            <p:cNvSpPr/>
            <p:nvPr/>
          </p:nvSpPr>
          <p:spPr>
            <a:xfrm flipH="1">
              <a:off x="6990466" y="5026208"/>
              <a:ext cx="239400" cy="117294"/>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2687" name="Google Shape;2687;p30"/>
            <p:cNvSpPr/>
            <p:nvPr/>
          </p:nvSpPr>
          <p:spPr>
            <a:xfrm flipH="1">
              <a:off x="6393584" y="5013584"/>
              <a:ext cx="239400" cy="129918"/>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4" name="Rectangle 3"/>
          <p:cNvSpPr/>
          <p:nvPr/>
        </p:nvSpPr>
        <p:spPr>
          <a:xfrm>
            <a:off x="161863" y="1466438"/>
            <a:ext cx="8879273" cy="3539430"/>
          </a:xfrm>
          <a:prstGeom prst="rect">
            <a:avLst/>
          </a:prstGeom>
        </p:spPr>
        <p:txBody>
          <a:bodyPr wrap="square">
            <a:spAutoFit/>
          </a:bodyPr>
          <a:lstStyle/>
          <a:p>
            <a:r>
              <a:rPr lang="en-US" dirty="0"/>
              <a:t>To improve customer experience analysis, I prepared review data and integrated qualitative feedback with transactional information through the following steps:</a:t>
            </a:r>
          </a:p>
          <a:p>
            <a:endParaRPr lang="en-US" dirty="0" smtClean="0"/>
          </a:p>
          <a:p>
            <a:endParaRPr lang="en-US" dirty="0"/>
          </a:p>
          <a:p>
            <a:r>
              <a:rPr lang="en-US" dirty="0"/>
              <a:t>1. Review Data Cleaning:</a:t>
            </a:r>
          </a:p>
          <a:p>
            <a:r>
              <a:rPr lang="en-US" dirty="0"/>
              <a:t>Handled missing textual information using Python's .</a:t>
            </a:r>
            <a:r>
              <a:rPr lang="en-US" dirty="0" err="1"/>
              <a:t>fillna</a:t>
            </a:r>
            <a:r>
              <a:rPr lang="en-US" dirty="0"/>
              <a:t>() function by replacing empty review titles and messages with 'No Title' and 'No Message', preserving complete customer feedback records for analysis.</a:t>
            </a:r>
          </a:p>
          <a:p>
            <a:endParaRPr lang="en-US" dirty="0"/>
          </a:p>
          <a:p>
            <a:r>
              <a:rPr lang="en-US" dirty="0"/>
              <a:t>2. Customer Experience Analysis:</a:t>
            </a:r>
          </a:p>
          <a:p>
            <a:r>
              <a:rPr lang="en-US" dirty="0"/>
              <a:t>Combined review scores with delivery performance metrics, enabling Power BI to identify the relationship between delivery time and customer satisfaction through interactive visual analysis.</a:t>
            </a:r>
          </a:p>
          <a:p>
            <a:endParaRPr lang="en-US" dirty="0"/>
          </a:p>
          <a:p>
            <a:r>
              <a:rPr lang="en-US" dirty="0"/>
              <a:t>3. Review Text Preparation:</a:t>
            </a:r>
          </a:p>
          <a:p>
            <a:r>
              <a:rPr lang="en-US" dirty="0"/>
              <a:t>Prepared customer review text for qualitative visualization by ensuring complete review records were available, supporting Word Cloud analysis in Power BI to highlight the most frequently discussed customer feedback themes.</a:t>
            </a:r>
          </a:p>
        </p:txBody>
      </p:sp>
      <p:grpSp>
        <p:nvGrpSpPr>
          <p:cNvPr id="68" name="Google Shape;3513;p47"/>
          <p:cNvGrpSpPr/>
          <p:nvPr/>
        </p:nvGrpSpPr>
        <p:grpSpPr>
          <a:xfrm>
            <a:off x="6903831" y="1714747"/>
            <a:ext cx="2118119" cy="704462"/>
            <a:chOff x="5179977" y="136093"/>
            <a:chExt cx="2686628" cy="3346133"/>
          </a:xfrm>
        </p:grpSpPr>
        <p:sp>
          <p:nvSpPr>
            <p:cNvPr id="69" name="Google Shape;3514;p47"/>
            <p:cNvSpPr/>
            <p:nvPr/>
          </p:nvSpPr>
          <p:spPr>
            <a:xfrm>
              <a:off x="5179977" y="2503707"/>
              <a:ext cx="168230" cy="978517"/>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0" name="Google Shape;3515;p47"/>
            <p:cNvSpPr/>
            <p:nvPr/>
          </p:nvSpPr>
          <p:spPr>
            <a:xfrm>
              <a:off x="5389949" y="2080223"/>
              <a:ext cx="168230" cy="1402001"/>
            </a:xfrm>
            <a:custGeom>
              <a:avLst/>
              <a:gdLst/>
              <a:ahLst/>
              <a:cxnLst/>
              <a:rect l="l" t="t" r="r" b="b"/>
              <a:pathLst>
                <a:path w="665" h="5542" extrusionOk="0">
                  <a:moveTo>
                    <a:pt x="0" y="0"/>
                  </a:moveTo>
                  <a:lnTo>
                    <a:pt x="665" y="0"/>
                  </a:lnTo>
                  <a:lnTo>
                    <a:pt x="665" y="5542"/>
                  </a:lnTo>
                  <a:lnTo>
                    <a:pt x="0" y="554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1" name="Google Shape;3516;p47"/>
            <p:cNvSpPr/>
            <p:nvPr/>
          </p:nvSpPr>
          <p:spPr>
            <a:xfrm>
              <a:off x="5599668" y="1662052"/>
              <a:ext cx="168483" cy="1820173"/>
            </a:xfrm>
            <a:custGeom>
              <a:avLst/>
              <a:gdLst/>
              <a:ahLst/>
              <a:cxnLst/>
              <a:rect l="l" t="t" r="r" b="b"/>
              <a:pathLst>
                <a:path w="666" h="7195" extrusionOk="0">
                  <a:moveTo>
                    <a:pt x="0" y="0"/>
                  </a:moveTo>
                  <a:lnTo>
                    <a:pt x="666" y="0"/>
                  </a:lnTo>
                  <a:lnTo>
                    <a:pt x="666" y="7195"/>
                  </a:lnTo>
                  <a:lnTo>
                    <a:pt x="0" y="71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2" name="Google Shape;3517;p47"/>
            <p:cNvSpPr/>
            <p:nvPr/>
          </p:nvSpPr>
          <p:spPr>
            <a:xfrm>
              <a:off x="5809639" y="1498628"/>
              <a:ext cx="168230" cy="1983597"/>
            </a:xfrm>
            <a:custGeom>
              <a:avLst/>
              <a:gdLst/>
              <a:ahLst/>
              <a:cxnLst/>
              <a:rect l="l" t="t" r="r" b="b"/>
              <a:pathLst>
                <a:path w="665" h="7841" extrusionOk="0">
                  <a:moveTo>
                    <a:pt x="0" y="0"/>
                  </a:moveTo>
                  <a:lnTo>
                    <a:pt x="665" y="0"/>
                  </a:lnTo>
                  <a:lnTo>
                    <a:pt x="665" y="7841"/>
                  </a:lnTo>
                  <a:lnTo>
                    <a:pt x="0" y="784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3" name="Google Shape;3518;p47"/>
            <p:cNvSpPr/>
            <p:nvPr/>
          </p:nvSpPr>
          <p:spPr>
            <a:xfrm>
              <a:off x="6229330" y="1194550"/>
              <a:ext cx="168230" cy="2287676"/>
            </a:xfrm>
            <a:custGeom>
              <a:avLst/>
              <a:gdLst/>
              <a:ahLst/>
              <a:cxnLst/>
              <a:rect l="l" t="t" r="r" b="b"/>
              <a:pathLst>
                <a:path w="665" h="9043" extrusionOk="0">
                  <a:moveTo>
                    <a:pt x="0" y="0"/>
                  </a:moveTo>
                  <a:lnTo>
                    <a:pt x="665" y="0"/>
                  </a:lnTo>
                  <a:lnTo>
                    <a:pt x="665" y="9043"/>
                  </a:lnTo>
                  <a:lnTo>
                    <a:pt x="0" y="904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4" name="Google Shape;3519;p47"/>
            <p:cNvSpPr/>
            <p:nvPr/>
          </p:nvSpPr>
          <p:spPr>
            <a:xfrm>
              <a:off x="6649021" y="1071097"/>
              <a:ext cx="168230" cy="2411129"/>
            </a:xfrm>
            <a:custGeom>
              <a:avLst/>
              <a:gdLst/>
              <a:ahLst/>
              <a:cxnLst/>
              <a:rect l="l" t="t" r="r" b="b"/>
              <a:pathLst>
                <a:path w="665" h="9531" extrusionOk="0">
                  <a:moveTo>
                    <a:pt x="0" y="0"/>
                  </a:moveTo>
                  <a:lnTo>
                    <a:pt x="665" y="0"/>
                  </a:lnTo>
                  <a:lnTo>
                    <a:pt x="665" y="9531"/>
                  </a:lnTo>
                  <a:lnTo>
                    <a:pt x="0" y="9531"/>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5" name="Google Shape;3520;p47"/>
            <p:cNvSpPr/>
            <p:nvPr/>
          </p:nvSpPr>
          <p:spPr>
            <a:xfrm>
              <a:off x="6858993" y="868968"/>
              <a:ext cx="168230" cy="2613258"/>
            </a:xfrm>
            <a:custGeom>
              <a:avLst/>
              <a:gdLst/>
              <a:ahLst/>
              <a:cxnLst/>
              <a:rect l="l" t="t" r="r" b="b"/>
              <a:pathLst>
                <a:path w="665" h="10330" extrusionOk="0">
                  <a:moveTo>
                    <a:pt x="0" y="0"/>
                  </a:moveTo>
                  <a:lnTo>
                    <a:pt x="665" y="0"/>
                  </a:lnTo>
                  <a:lnTo>
                    <a:pt x="665" y="10330"/>
                  </a:lnTo>
                  <a:lnTo>
                    <a:pt x="0" y="10330"/>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6" name="Google Shape;3521;p47"/>
            <p:cNvSpPr/>
            <p:nvPr/>
          </p:nvSpPr>
          <p:spPr>
            <a:xfrm>
              <a:off x="7068712" y="447761"/>
              <a:ext cx="168230" cy="3034465"/>
            </a:xfrm>
            <a:custGeom>
              <a:avLst/>
              <a:gdLst/>
              <a:ahLst/>
              <a:cxnLst/>
              <a:rect l="l" t="t" r="r" b="b"/>
              <a:pathLst>
                <a:path w="665" h="11995" extrusionOk="0">
                  <a:moveTo>
                    <a:pt x="0" y="0"/>
                  </a:moveTo>
                  <a:lnTo>
                    <a:pt x="665" y="0"/>
                  </a:lnTo>
                  <a:lnTo>
                    <a:pt x="665" y="11995"/>
                  </a:lnTo>
                  <a:lnTo>
                    <a:pt x="0" y="11995"/>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7" name="Google Shape;3522;p47"/>
            <p:cNvSpPr/>
            <p:nvPr/>
          </p:nvSpPr>
          <p:spPr>
            <a:xfrm>
              <a:off x="7278684" y="546928"/>
              <a:ext cx="168230" cy="2935298"/>
            </a:xfrm>
            <a:custGeom>
              <a:avLst/>
              <a:gdLst/>
              <a:ahLst/>
              <a:cxnLst/>
              <a:rect l="l" t="t" r="r" b="b"/>
              <a:pathLst>
                <a:path w="665" h="11603" extrusionOk="0">
                  <a:moveTo>
                    <a:pt x="0" y="0"/>
                  </a:moveTo>
                  <a:lnTo>
                    <a:pt x="665" y="0"/>
                  </a:lnTo>
                  <a:lnTo>
                    <a:pt x="665" y="11603"/>
                  </a:lnTo>
                  <a:lnTo>
                    <a:pt x="0" y="11603"/>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8" name="Google Shape;3523;p47"/>
            <p:cNvSpPr/>
            <p:nvPr/>
          </p:nvSpPr>
          <p:spPr>
            <a:xfrm>
              <a:off x="7488656" y="315201"/>
              <a:ext cx="168230" cy="3167025"/>
            </a:xfrm>
            <a:custGeom>
              <a:avLst/>
              <a:gdLst/>
              <a:ahLst/>
              <a:cxnLst/>
              <a:rect l="l" t="t" r="r" b="b"/>
              <a:pathLst>
                <a:path w="665" h="12519" extrusionOk="0">
                  <a:moveTo>
                    <a:pt x="0" y="0"/>
                  </a:moveTo>
                  <a:lnTo>
                    <a:pt x="665" y="0"/>
                  </a:lnTo>
                  <a:lnTo>
                    <a:pt x="665" y="12519"/>
                  </a:lnTo>
                  <a:lnTo>
                    <a:pt x="0" y="12519"/>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79" name="Google Shape;3524;p47"/>
            <p:cNvSpPr/>
            <p:nvPr/>
          </p:nvSpPr>
          <p:spPr>
            <a:xfrm>
              <a:off x="7698375" y="136093"/>
              <a:ext cx="168230" cy="3346133"/>
            </a:xfrm>
            <a:custGeom>
              <a:avLst/>
              <a:gdLst/>
              <a:ahLst/>
              <a:cxnLst/>
              <a:rect l="l" t="t" r="r" b="b"/>
              <a:pathLst>
                <a:path w="665" h="13227" extrusionOk="0">
                  <a:moveTo>
                    <a:pt x="0" y="0"/>
                  </a:moveTo>
                  <a:lnTo>
                    <a:pt x="665" y="0"/>
                  </a:lnTo>
                  <a:lnTo>
                    <a:pt x="665" y="13227"/>
                  </a:lnTo>
                  <a:lnTo>
                    <a:pt x="0" y="13227"/>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0" name="Google Shape;3525;p47"/>
            <p:cNvSpPr/>
            <p:nvPr/>
          </p:nvSpPr>
          <p:spPr>
            <a:xfrm>
              <a:off x="6019611" y="1745787"/>
              <a:ext cx="168230" cy="1736438"/>
            </a:xfrm>
            <a:custGeom>
              <a:avLst/>
              <a:gdLst/>
              <a:ahLst/>
              <a:cxnLst/>
              <a:rect l="l" t="t" r="r" b="b"/>
              <a:pathLst>
                <a:path w="665" h="6864" extrusionOk="0">
                  <a:moveTo>
                    <a:pt x="0" y="0"/>
                  </a:moveTo>
                  <a:lnTo>
                    <a:pt x="665" y="0"/>
                  </a:lnTo>
                  <a:lnTo>
                    <a:pt x="665" y="6864"/>
                  </a:lnTo>
                  <a:lnTo>
                    <a:pt x="0" y="6864"/>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1" name="Google Shape;3526;p47"/>
            <p:cNvSpPr/>
            <p:nvPr/>
          </p:nvSpPr>
          <p:spPr>
            <a:xfrm>
              <a:off x="6439049" y="1559090"/>
              <a:ext cx="168230" cy="1923135"/>
            </a:xfrm>
            <a:custGeom>
              <a:avLst/>
              <a:gdLst/>
              <a:ahLst/>
              <a:cxnLst/>
              <a:rect l="l" t="t" r="r" b="b"/>
              <a:pathLst>
                <a:path w="665" h="7602" extrusionOk="0">
                  <a:moveTo>
                    <a:pt x="0" y="0"/>
                  </a:moveTo>
                  <a:lnTo>
                    <a:pt x="665" y="0"/>
                  </a:lnTo>
                  <a:lnTo>
                    <a:pt x="665" y="7602"/>
                  </a:lnTo>
                  <a:lnTo>
                    <a:pt x="0" y="7602"/>
                  </a:lnTo>
                  <a:lnTo>
                    <a:pt x="0" y="0"/>
                  </a:lnTo>
                  <a:close/>
                </a:path>
              </a:pathLst>
            </a:custGeom>
            <a:solidFill>
              <a:schemeClr val="lt2"/>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grpSp>
        <p:nvGrpSpPr>
          <p:cNvPr id="82" name="Google Shape;3527;p47"/>
          <p:cNvGrpSpPr/>
          <p:nvPr/>
        </p:nvGrpSpPr>
        <p:grpSpPr>
          <a:xfrm>
            <a:off x="6484136" y="2046930"/>
            <a:ext cx="2449001" cy="506455"/>
            <a:chOff x="4760286" y="2503707"/>
            <a:chExt cx="3106319" cy="978517"/>
          </a:xfrm>
        </p:grpSpPr>
        <p:sp>
          <p:nvSpPr>
            <p:cNvPr id="83" name="Google Shape;3528;p47"/>
            <p:cNvSpPr/>
            <p:nvPr/>
          </p:nvSpPr>
          <p:spPr>
            <a:xfrm>
              <a:off x="4760286" y="3383815"/>
              <a:ext cx="168230" cy="98408"/>
            </a:xfrm>
            <a:custGeom>
              <a:avLst/>
              <a:gdLst/>
              <a:ahLst/>
              <a:cxnLst/>
              <a:rect l="l" t="t" r="r" b="b"/>
              <a:pathLst>
                <a:path w="665" h="389" extrusionOk="0">
                  <a:moveTo>
                    <a:pt x="0" y="0"/>
                  </a:moveTo>
                  <a:lnTo>
                    <a:pt x="665" y="0"/>
                  </a:lnTo>
                  <a:lnTo>
                    <a:pt x="665" y="389"/>
                  </a:lnTo>
                  <a:lnTo>
                    <a:pt x="0" y="389"/>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4" name="Google Shape;3529;p47"/>
            <p:cNvSpPr/>
            <p:nvPr/>
          </p:nvSpPr>
          <p:spPr>
            <a:xfrm>
              <a:off x="4970005" y="3265422"/>
              <a:ext cx="168230" cy="216802"/>
            </a:xfrm>
            <a:custGeom>
              <a:avLst/>
              <a:gdLst/>
              <a:ahLst/>
              <a:cxnLst/>
              <a:rect l="l" t="t" r="r" b="b"/>
              <a:pathLst>
                <a:path w="665" h="857" extrusionOk="0">
                  <a:moveTo>
                    <a:pt x="0" y="0"/>
                  </a:moveTo>
                  <a:lnTo>
                    <a:pt x="665" y="0"/>
                  </a:lnTo>
                  <a:lnTo>
                    <a:pt x="665" y="857"/>
                  </a:lnTo>
                  <a:lnTo>
                    <a:pt x="0" y="85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5" name="Google Shape;3530;p47"/>
            <p:cNvSpPr/>
            <p:nvPr/>
          </p:nvSpPr>
          <p:spPr>
            <a:xfrm>
              <a:off x="5179977" y="3196106"/>
              <a:ext cx="168230" cy="286118"/>
            </a:xfrm>
            <a:custGeom>
              <a:avLst/>
              <a:gdLst/>
              <a:ahLst/>
              <a:cxnLst/>
              <a:rect l="l" t="t" r="r" b="b"/>
              <a:pathLst>
                <a:path w="665" h="1131" extrusionOk="0">
                  <a:moveTo>
                    <a:pt x="0" y="0"/>
                  </a:moveTo>
                  <a:lnTo>
                    <a:pt x="665" y="0"/>
                  </a:lnTo>
                  <a:lnTo>
                    <a:pt x="665" y="1131"/>
                  </a:lnTo>
                  <a:lnTo>
                    <a:pt x="0" y="113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6" name="Google Shape;3531;p47"/>
            <p:cNvSpPr/>
            <p:nvPr/>
          </p:nvSpPr>
          <p:spPr>
            <a:xfrm>
              <a:off x="5389949" y="3072400"/>
              <a:ext cx="168230" cy="409824"/>
            </a:xfrm>
            <a:custGeom>
              <a:avLst/>
              <a:gdLst/>
              <a:ahLst/>
              <a:cxnLst/>
              <a:rect l="l" t="t" r="r" b="b"/>
              <a:pathLst>
                <a:path w="665" h="1620" extrusionOk="0">
                  <a:moveTo>
                    <a:pt x="0" y="0"/>
                  </a:moveTo>
                  <a:lnTo>
                    <a:pt x="665" y="0"/>
                  </a:lnTo>
                  <a:lnTo>
                    <a:pt x="665" y="1620"/>
                  </a:lnTo>
                  <a:lnTo>
                    <a:pt x="0" y="1620"/>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7" name="Google Shape;3532;p47"/>
            <p:cNvSpPr/>
            <p:nvPr/>
          </p:nvSpPr>
          <p:spPr>
            <a:xfrm>
              <a:off x="5599668" y="2949959"/>
              <a:ext cx="168483" cy="532265"/>
            </a:xfrm>
            <a:custGeom>
              <a:avLst/>
              <a:gdLst/>
              <a:ahLst/>
              <a:cxnLst/>
              <a:rect l="l" t="t" r="r" b="b"/>
              <a:pathLst>
                <a:path w="666" h="2104" extrusionOk="0">
                  <a:moveTo>
                    <a:pt x="0" y="0"/>
                  </a:moveTo>
                  <a:lnTo>
                    <a:pt x="666" y="0"/>
                  </a:lnTo>
                  <a:lnTo>
                    <a:pt x="666" y="2104"/>
                  </a:lnTo>
                  <a:lnTo>
                    <a:pt x="0" y="210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8" name="Google Shape;3533;p47"/>
            <p:cNvSpPr/>
            <p:nvPr/>
          </p:nvSpPr>
          <p:spPr>
            <a:xfrm>
              <a:off x="5809639" y="2902147"/>
              <a:ext cx="168230" cy="580077"/>
            </a:xfrm>
            <a:custGeom>
              <a:avLst/>
              <a:gdLst/>
              <a:ahLst/>
              <a:cxnLst/>
              <a:rect l="l" t="t" r="r" b="b"/>
              <a:pathLst>
                <a:path w="665" h="2293" extrusionOk="0">
                  <a:moveTo>
                    <a:pt x="0" y="0"/>
                  </a:moveTo>
                  <a:lnTo>
                    <a:pt x="665" y="0"/>
                  </a:lnTo>
                  <a:lnTo>
                    <a:pt x="665" y="2293"/>
                  </a:lnTo>
                  <a:lnTo>
                    <a:pt x="0" y="22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89" name="Google Shape;3534;p47"/>
            <p:cNvSpPr/>
            <p:nvPr/>
          </p:nvSpPr>
          <p:spPr>
            <a:xfrm>
              <a:off x="6229330" y="2813352"/>
              <a:ext cx="168230" cy="668873"/>
            </a:xfrm>
            <a:custGeom>
              <a:avLst/>
              <a:gdLst/>
              <a:ahLst/>
              <a:cxnLst/>
              <a:rect l="l" t="t" r="r" b="b"/>
              <a:pathLst>
                <a:path w="665" h="2644" extrusionOk="0">
                  <a:moveTo>
                    <a:pt x="0" y="0"/>
                  </a:moveTo>
                  <a:lnTo>
                    <a:pt x="665" y="0"/>
                  </a:lnTo>
                  <a:lnTo>
                    <a:pt x="665" y="2644"/>
                  </a:lnTo>
                  <a:lnTo>
                    <a:pt x="0" y="2644"/>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0" name="Google Shape;3535;p47"/>
            <p:cNvSpPr/>
            <p:nvPr/>
          </p:nvSpPr>
          <p:spPr>
            <a:xfrm>
              <a:off x="6649021" y="2777176"/>
              <a:ext cx="168230" cy="705048"/>
            </a:xfrm>
            <a:custGeom>
              <a:avLst/>
              <a:gdLst/>
              <a:ahLst/>
              <a:cxnLst/>
              <a:rect l="l" t="t" r="r" b="b"/>
              <a:pathLst>
                <a:path w="665" h="2787" extrusionOk="0">
                  <a:moveTo>
                    <a:pt x="0" y="0"/>
                  </a:moveTo>
                  <a:lnTo>
                    <a:pt x="665" y="0"/>
                  </a:lnTo>
                  <a:lnTo>
                    <a:pt x="665" y="2787"/>
                  </a:lnTo>
                  <a:lnTo>
                    <a:pt x="0" y="278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1" name="Google Shape;3536;p47"/>
            <p:cNvSpPr/>
            <p:nvPr/>
          </p:nvSpPr>
          <p:spPr>
            <a:xfrm>
              <a:off x="6858993" y="2717979"/>
              <a:ext cx="168230" cy="764245"/>
            </a:xfrm>
            <a:custGeom>
              <a:avLst/>
              <a:gdLst/>
              <a:ahLst/>
              <a:cxnLst/>
              <a:rect l="l" t="t" r="r" b="b"/>
              <a:pathLst>
                <a:path w="665" h="3021" extrusionOk="0">
                  <a:moveTo>
                    <a:pt x="0" y="0"/>
                  </a:moveTo>
                  <a:lnTo>
                    <a:pt x="665" y="0"/>
                  </a:lnTo>
                  <a:lnTo>
                    <a:pt x="665" y="3021"/>
                  </a:lnTo>
                  <a:lnTo>
                    <a:pt x="0" y="302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2" name="Google Shape;3537;p47"/>
            <p:cNvSpPr/>
            <p:nvPr/>
          </p:nvSpPr>
          <p:spPr>
            <a:xfrm>
              <a:off x="7068712" y="2594779"/>
              <a:ext cx="168230" cy="887445"/>
            </a:xfrm>
            <a:custGeom>
              <a:avLst/>
              <a:gdLst/>
              <a:ahLst/>
              <a:cxnLst/>
              <a:rect l="l" t="t" r="r" b="b"/>
              <a:pathLst>
                <a:path w="665" h="3508" extrusionOk="0">
                  <a:moveTo>
                    <a:pt x="0" y="0"/>
                  </a:moveTo>
                  <a:lnTo>
                    <a:pt x="665" y="0"/>
                  </a:lnTo>
                  <a:lnTo>
                    <a:pt x="665" y="3508"/>
                  </a:lnTo>
                  <a:lnTo>
                    <a:pt x="0" y="350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3" name="Google Shape;3538;p47"/>
            <p:cNvSpPr/>
            <p:nvPr/>
          </p:nvSpPr>
          <p:spPr>
            <a:xfrm>
              <a:off x="7278684" y="2623871"/>
              <a:ext cx="168230" cy="858353"/>
            </a:xfrm>
            <a:custGeom>
              <a:avLst/>
              <a:gdLst/>
              <a:ahLst/>
              <a:cxnLst/>
              <a:rect l="l" t="t" r="r" b="b"/>
              <a:pathLst>
                <a:path w="665" h="3393" extrusionOk="0">
                  <a:moveTo>
                    <a:pt x="0" y="0"/>
                  </a:moveTo>
                  <a:lnTo>
                    <a:pt x="665" y="0"/>
                  </a:lnTo>
                  <a:lnTo>
                    <a:pt x="665" y="3393"/>
                  </a:lnTo>
                  <a:lnTo>
                    <a:pt x="0" y="339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4" name="Google Shape;3539;p47"/>
            <p:cNvSpPr/>
            <p:nvPr/>
          </p:nvSpPr>
          <p:spPr>
            <a:xfrm>
              <a:off x="7488656" y="2556074"/>
              <a:ext cx="168230" cy="926151"/>
            </a:xfrm>
            <a:custGeom>
              <a:avLst/>
              <a:gdLst/>
              <a:ahLst/>
              <a:cxnLst/>
              <a:rect l="l" t="t" r="r" b="b"/>
              <a:pathLst>
                <a:path w="665" h="3661" extrusionOk="0">
                  <a:moveTo>
                    <a:pt x="0" y="0"/>
                  </a:moveTo>
                  <a:lnTo>
                    <a:pt x="665" y="0"/>
                  </a:lnTo>
                  <a:lnTo>
                    <a:pt x="665" y="3661"/>
                  </a:lnTo>
                  <a:lnTo>
                    <a:pt x="0" y="3661"/>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5" name="Google Shape;3540;p47"/>
            <p:cNvSpPr/>
            <p:nvPr/>
          </p:nvSpPr>
          <p:spPr>
            <a:xfrm>
              <a:off x="7698375" y="2503707"/>
              <a:ext cx="168230" cy="978517"/>
            </a:xfrm>
            <a:custGeom>
              <a:avLst/>
              <a:gdLst/>
              <a:ahLst/>
              <a:cxnLst/>
              <a:rect l="l" t="t" r="r" b="b"/>
              <a:pathLst>
                <a:path w="665" h="3868" extrusionOk="0">
                  <a:moveTo>
                    <a:pt x="0" y="0"/>
                  </a:moveTo>
                  <a:lnTo>
                    <a:pt x="665" y="0"/>
                  </a:lnTo>
                  <a:lnTo>
                    <a:pt x="665" y="3868"/>
                  </a:lnTo>
                  <a:lnTo>
                    <a:pt x="0" y="3868"/>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6" name="Google Shape;3541;p47"/>
            <p:cNvSpPr/>
            <p:nvPr/>
          </p:nvSpPr>
          <p:spPr>
            <a:xfrm>
              <a:off x="6019611" y="2974498"/>
              <a:ext cx="168230" cy="507726"/>
            </a:xfrm>
            <a:custGeom>
              <a:avLst/>
              <a:gdLst/>
              <a:ahLst/>
              <a:cxnLst/>
              <a:rect l="l" t="t" r="r" b="b"/>
              <a:pathLst>
                <a:path w="665" h="2007" extrusionOk="0">
                  <a:moveTo>
                    <a:pt x="0" y="0"/>
                  </a:moveTo>
                  <a:lnTo>
                    <a:pt x="665" y="0"/>
                  </a:lnTo>
                  <a:lnTo>
                    <a:pt x="665" y="2007"/>
                  </a:lnTo>
                  <a:lnTo>
                    <a:pt x="0" y="2007"/>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97" name="Google Shape;3542;p47"/>
            <p:cNvSpPr/>
            <p:nvPr/>
          </p:nvSpPr>
          <p:spPr>
            <a:xfrm>
              <a:off x="6439049" y="2919855"/>
              <a:ext cx="168230" cy="562369"/>
            </a:xfrm>
            <a:custGeom>
              <a:avLst/>
              <a:gdLst/>
              <a:ahLst/>
              <a:cxnLst/>
              <a:rect l="l" t="t" r="r" b="b"/>
              <a:pathLst>
                <a:path w="665" h="2223" extrusionOk="0">
                  <a:moveTo>
                    <a:pt x="0" y="0"/>
                  </a:moveTo>
                  <a:lnTo>
                    <a:pt x="665" y="0"/>
                  </a:lnTo>
                  <a:lnTo>
                    <a:pt x="665" y="2223"/>
                  </a:lnTo>
                  <a:lnTo>
                    <a:pt x="0" y="2223"/>
                  </a:lnTo>
                  <a:lnTo>
                    <a:pt x="0" y="0"/>
                  </a:lnTo>
                  <a:close/>
                </a:path>
              </a:pathLst>
            </a:custGeom>
            <a:solidFill>
              <a:schemeClr val="accent1"/>
            </a:solidFill>
            <a:ln>
              <a:noFill/>
            </a:ln>
          </p:spPr>
          <p:txBody>
            <a:bodyPr spcFirstLastPara="1" wrap="square" lIns="90000" tIns="45000" rIns="90000" bIns="450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
        <p:nvSpPr>
          <p:cNvPr id="98" name="Google Shape;3544;p47"/>
          <p:cNvSpPr/>
          <p:nvPr/>
        </p:nvSpPr>
        <p:spPr>
          <a:xfrm>
            <a:off x="6705252" y="1660282"/>
            <a:ext cx="2449008" cy="783365"/>
          </a:xfrm>
          <a:custGeom>
            <a:avLst/>
            <a:gdLst/>
            <a:ahLst/>
            <a:cxnLst/>
            <a:rect l="l" t="t" r="r" b="b"/>
            <a:pathLst>
              <a:path w="13227" h="4403" fill="none" extrusionOk="0">
                <a:moveTo>
                  <a:pt x="0" y="4403"/>
                </a:moveTo>
                <a:cubicBezTo>
                  <a:pt x="220" y="3664"/>
                  <a:pt x="667" y="2659"/>
                  <a:pt x="1497" y="2514"/>
                </a:cubicBezTo>
                <a:cubicBezTo>
                  <a:pt x="2831" y="2280"/>
                  <a:pt x="3256" y="3398"/>
                  <a:pt x="4192" y="3398"/>
                </a:cubicBezTo>
                <a:cubicBezTo>
                  <a:pt x="5128" y="3398"/>
                  <a:pt x="5418" y="381"/>
                  <a:pt x="6447" y="381"/>
                </a:cubicBezTo>
                <a:cubicBezTo>
                  <a:pt x="7548" y="381"/>
                  <a:pt x="7791" y="2931"/>
                  <a:pt x="8955" y="2931"/>
                </a:cubicBezTo>
                <a:cubicBezTo>
                  <a:pt x="10119" y="2931"/>
                  <a:pt x="10105" y="673"/>
                  <a:pt x="11512" y="673"/>
                </a:cubicBezTo>
                <a:cubicBezTo>
                  <a:pt x="12332" y="673"/>
                  <a:pt x="12897" y="306"/>
                  <a:pt x="13227" y="0"/>
                </a:cubicBezTo>
              </a:path>
            </a:pathLst>
          </a:custGeom>
          <a:noFill/>
          <a:ln w="9525" cap="rnd" cmpd="sng">
            <a:solidFill>
              <a:schemeClr val="accent1"/>
            </a:solidFill>
            <a:prstDash val="solid"/>
            <a:round/>
            <a:headEnd type="none" w="sm" len="sm"/>
            <a:tailEnd type="none" w="sm" len="sm"/>
          </a:ln>
        </p:spPr>
        <p:txBody>
          <a:bodyPr spcFirstLastPara="1" wrap="square" lIns="92150" tIns="47150" rIns="92150" bIns="4715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nvGrpSpPr>
          <p:cNvPr id="99" name="Google Shape;3545;p47"/>
          <p:cNvGrpSpPr/>
          <p:nvPr/>
        </p:nvGrpSpPr>
        <p:grpSpPr>
          <a:xfrm>
            <a:off x="6572867" y="1835051"/>
            <a:ext cx="2449163" cy="562680"/>
            <a:chOff x="4382300" y="4001604"/>
            <a:chExt cx="4761687" cy="1138474"/>
          </a:xfrm>
        </p:grpSpPr>
        <p:sp>
          <p:nvSpPr>
            <p:cNvPr id="100" name="Google Shape;3546;p47"/>
            <p:cNvSpPr/>
            <p:nvPr/>
          </p:nvSpPr>
          <p:spPr>
            <a:xfrm>
              <a:off x="4382300" y="4001604"/>
              <a:ext cx="4761687" cy="1138474"/>
            </a:xfrm>
            <a:custGeom>
              <a:avLst/>
              <a:gdLst/>
              <a:ahLst/>
              <a:cxnLst/>
              <a:rect l="l" t="t" r="r" b="b"/>
              <a:pathLst>
                <a:path w="13227" h="7891" fill="none" extrusionOk="0">
                  <a:moveTo>
                    <a:pt x="0" y="7891"/>
                  </a:moveTo>
                  <a:lnTo>
                    <a:pt x="599" y="7524"/>
                  </a:lnTo>
                  <a:lnTo>
                    <a:pt x="1428" y="6660"/>
                  </a:lnTo>
                  <a:lnTo>
                    <a:pt x="2673" y="6285"/>
                  </a:lnTo>
                  <a:lnTo>
                    <a:pt x="3917" y="5100"/>
                  </a:lnTo>
                  <a:lnTo>
                    <a:pt x="5162" y="4638"/>
                  </a:lnTo>
                  <a:lnTo>
                    <a:pt x="6407" y="3410"/>
                  </a:lnTo>
                  <a:lnTo>
                    <a:pt x="7650" y="4357"/>
                  </a:lnTo>
                  <a:lnTo>
                    <a:pt x="8895" y="3900"/>
                  </a:lnTo>
                  <a:lnTo>
                    <a:pt x="10139" y="1732"/>
                  </a:lnTo>
                  <a:lnTo>
                    <a:pt x="11384" y="1086"/>
                  </a:lnTo>
                  <a:lnTo>
                    <a:pt x="12628" y="641"/>
                  </a:lnTo>
                  <a:lnTo>
                    <a:pt x="13227" y="0"/>
                  </a:lnTo>
                </a:path>
              </a:pathLst>
            </a:custGeom>
            <a:noFill/>
            <a:ln w="9525" cap="rnd" cmpd="sng">
              <a:solidFill>
                <a:schemeClr val="accent1"/>
              </a:solidFill>
              <a:prstDash val="solid"/>
              <a:round/>
              <a:headEnd type="none" w="sm" len="sm"/>
              <a:tailEnd type="none" w="sm" len="sm"/>
            </a:ln>
          </p:spPr>
          <p:txBody>
            <a:bodyPr spcFirstLastPara="1" wrap="square" lIns="94675" tIns="49675" rIns="94675" bIns="4967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1" name="Google Shape;3547;p47"/>
            <p:cNvSpPr/>
            <p:nvPr/>
          </p:nvSpPr>
          <p:spPr>
            <a:xfrm>
              <a:off x="4534455" y="5049488"/>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3"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2" name="Google Shape;3548;p47"/>
            <p:cNvSpPr/>
            <p:nvPr/>
          </p:nvSpPr>
          <p:spPr>
            <a:xfrm>
              <a:off x="5755280" y="4705593"/>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3" name="Google Shape;3549;p47"/>
            <p:cNvSpPr/>
            <p:nvPr/>
          </p:nvSpPr>
          <p:spPr>
            <a:xfrm>
              <a:off x="5288720" y="4868868"/>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4" name="Google Shape;3550;p47"/>
            <p:cNvSpPr/>
            <p:nvPr/>
          </p:nvSpPr>
          <p:spPr>
            <a:xfrm>
              <a:off x="6651695" y="4459023"/>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5" name="Google Shape;3551;p47"/>
            <p:cNvSpPr/>
            <p:nvPr/>
          </p:nvSpPr>
          <p:spPr>
            <a:xfrm>
              <a:off x="6203360" y="4629998"/>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6" name="Google Shape;3552;p47"/>
            <p:cNvSpPr/>
            <p:nvPr/>
          </p:nvSpPr>
          <p:spPr>
            <a:xfrm>
              <a:off x="7110760" y="4585248"/>
              <a:ext cx="75240" cy="75600"/>
            </a:xfrm>
            <a:custGeom>
              <a:avLst/>
              <a:gdLst/>
              <a:ahLst/>
              <a:cxnLst/>
              <a:rect l="l" t="t" r="r" b="b"/>
              <a:pathLst>
                <a:path w="209" h="210" extrusionOk="0">
                  <a:moveTo>
                    <a:pt x="209" y="105"/>
                  </a:moveTo>
                  <a:cubicBezTo>
                    <a:pt x="209" y="163"/>
                    <a:pt x="163" y="210"/>
                    <a:pt x="105" y="210"/>
                  </a:cubicBezTo>
                  <a:cubicBezTo>
                    <a:pt x="47" y="210"/>
                    <a:pt x="0" y="163"/>
                    <a:pt x="0" y="105"/>
                  </a:cubicBezTo>
                  <a:cubicBezTo>
                    <a:pt x="0" y="47"/>
                    <a:pt x="47" y="0"/>
                    <a:pt x="105" y="0"/>
                  </a:cubicBezTo>
                  <a:cubicBezTo>
                    <a:pt x="163"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7" name="Google Shape;3553;p47"/>
            <p:cNvSpPr/>
            <p:nvPr/>
          </p:nvSpPr>
          <p:spPr>
            <a:xfrm>
              <a:off x="7547290" y="4522320"/>
              <a:ext cx="75600" cy="75240"/>
            </a:xfrm>
            <a:custGeom>
              <a:avLst/>
              <a:gdLst/>
              <a:ahLst/>
              <a:cxnLst/>
              <a:rect l="l" t="t" r="r" b="b"/>
              <a:pathLst>
                <a:path w="210" h="209" extrusionOk="0">
                  <a:moveTo>
                    <a:pt x="210" y="105"/>
                  </a:moveTo>
                  <a:cubicBezTo>
                    <a:pt x="210" y="163"/>
                    <a:pt x="163" y="209"/>
                    <a:pt x="105" y="209"/>
                  </a:cubicBezTo>
                  <a:cubicBezTo>
                    <a:pt x="47" y="209"/>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225" rIns="90000" bIns="30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8" name="Google Shape;3554;p47"/>
            <p:cNvSpPr/>
            <p:nvPr/>
          </p:nvSpPr>
          <p:spPr>
            <a:xfrm>
              <a:off x="4856440" y="4924885"/>
              <a:ext cx="75600" cy="75600"/>
            </a:xfrm>
            <a:custGeom>
              <a:avLst/>
              <a:gdLst/>
              <a:ahLst/>
              <a:cxnLst/>
              <a:rect l="l" t="t" r="r" b="b"/>
              <a:pathLst>
                <a:path w="210" h="210" extrusionOk="0">
                  <a:moveTo>
                    <a:pt x="210" y="105"/>
                  </a:moveTo>
                  <a:cubicBezTo>
                    <a:pt x="210" y="163"/>
                    <a:pt x="163" y="210"/>
                    <a:pt x="105" y="210"/>
                  </a:cubicBezTo>
                  <a:cubicBezTo>
                    <a:pt x="47" y="210"/>
                    <a:pt x="0" y="163"/>
                    <a:pt x="0" y="105"/>
                  </a:cubicBezTo>
                  <a:cubicBezTo>
                    <a:pt x="0" y="47"/>
                    <a:pt x="47" y="0"/>
                    <a:pt x="105" y="0"/>
                  </a:cubicBezTo>
                  <a:cubicBezTo>
                    <a:pt x="163" y="0"/>
                    <a:pt x="210" y="47"/>
                    <a:pt x="210"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09" name="Google Shape;3555;p47"/>
            <p:cNvSpPr/>
            <p:nvPr/>
          </p:nvSpPr>
          <p:spPr>
            <a:xfrm>
              <a:off x="8453340" y="4122393"/>
              <a:ext cx="75240" cy="75600"/>
            </a:xfrm>
            <a:custGeom>
              <a:avLst/>
              <a:gdLst/>
              <a:ahLst/>
              <a:cxnLst/>
              <a:rect l="l" t="t" r="r" b="b"/>
              <a:pathLst>
                <a:path w="209" h="210" extrusionOk="0">
                  <a:moveTo>
                    <a:pt x="209" y="105"/>
                  </a:moveTo>
                  <a:cubicBezTo>
                    <a:pt x="209" y="163"/>
                    <a:pt x="162" y="210"/>
                    <a:pt x="104" y="210"/>
                  </a:cubicBezTo>
                  <a:cubicBezTo>
                    <a:pt x="46" y="210"/>
                    <a:pt x="0" y="163"/>
                    <a:pt x="0" y="105"/>
                  </a:cubicBezTo>
                  <a:cubicBezTo>
                    <a:pt x="0" y="47"/>
                    <a:pt x="46" y="0"/>
                    <a:pt x="104"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0" name="Google Shape;3556;p47"/>
            <p:cNvSpPr/>
            <p:nvPr/>
          </p:nvSpPr>
          <p:spPr>
            <a:xfrm>
              <a:off x="7999980" y="4219077"/>
              <a:ext cx="75240" cy="75240"/>
            </a:xfrm>
            <a:custGeom>
              <a:avLst/>
              <a:gdLst/>
              <a:ahLst/>
              <a:cxnLst/>
              <a:rect l="l" t="t" r="r" b="b"/>
              <a:pathLst>
                <a:path w="209" h="209" extrusionOk="0">
                  <a:moveTo>
                    <a:pt x="209" y="104"/>
                  </a:moveTo>
                  <a:cubicBezTo>
                    <a:pt x="209" y="162"/>
                    <a:pt x="163" y="209"/>
                    <a:pt x="105" y="209"/>
                  </a:cubicBezTo>
                  <a:cubicBezTo>
                    <a:pt x="47" y="209"/>
                    <a:pt x="0" y="162"/>
                    <a:pt x="0" y="104"/>
                  </a:cubicBezTo>
                  <a:cubicBezTo>
                    <a:pt x="0" y="46"/>
                    <a:pt x="47" y="0"/>
                    <a:pt x="105" y="0"/>
                  </a:cubicBezTo>
                  <a:cubicBezTo>
                    <a:pt x="162" y="0"/>
                    <a:pt x="209" y="46"/>
                    <a:pt x="209" y="104"/>
                  </a:cubicBezTo>
                  <a:close/>
                </a:path>
              </a:pathLst>
            </a:custGeom>
            <a:solidFill>
              <a:schemeClr val="accent1"/>
            </a:solidFill>
            <a:ln>
              <a:noFill/>
            </a:ln>
          </p:spPr>
          <p:txBody>
            <a:bodyPr spcFirstLastPara="1" wrap="square" lIns="90000" tIns="30225" rIns="90000" bIns="30225"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sp>
          <p:nvSpPr>
            <p:cNvPr id="111" name="Google Shape;3557;p47"/>
            <p:cNvSpPr/>
            <p:nvPr/>
          </p:nvSpPr>
          <p:spPr>
            <a:xfrm>
              <a:off x="8897355" y="4056933"/>
              <a:ext cx="75240" cy="75600"/>
            </a:xfrm>
            <a:custGeom>
              <a:avLst/>
              <a:gdLst/>
              <a:ahLst/>
              <a:cxnLst/>
              <a:rect l="l" t="t" r="r" b="b"/>
              <a:pathLst>
                <a:path w="209" h="210" extrusionOk="0">
                  <a:moveTo>
                    <a:pt x="209" y="105"/>
                  </a:moveTo>
                  <a:cubicBezTo>
                    <a:pt x="209" y="163"/>
                    <a:pt x="162" y="210"/>
                    <a:pt x="104" y="210"/>
                  </a:cubicBezTo>
                  <a:cubicBezTo>
                    <a:pt x="46" y="210"/>
                    <a:pt x="0" y="163"/>
                    <a:pt x="0" y="105"/>
                  </a:cubicBezTo>
                  <a:cubicBezTo>
                    <a:pt x="0" y="47"/>
                    <a:pt x="46" y="0"/>
                    <a:pt x="104" y="0"/>
                  </a:cubicBezTo>
                  <a:cubicBezTo>
                    <a:pt x="162" y="0"/>
                    <a:pt x="209" y="47"/>
                    <a:pt x="209" y="105"/>
                  </a:cubicBezTo>
                  <a:close/>
                </a:path>
              </a:pathLst>
            </a:custGeom>
            <a:solidFill>
              <a:schemeClr val="accent1"/>
            </a:solidFill>
            <a:ln>
              <a:noFill/>
            </a:ln>
          </p:spPr>
          <p:txBody>
            <a:bodyPr spcFirstLastPara="1" wrap="square" lIns="90000" tIns="30600" rIns="90000" bIns="30600" anchor="ctr" anchorCtr="1">
              <a:noAutofit/>
            </a:bodyPr>
            <a:lstStyle/>
            <a:p>
              <a:pPr marL="0" marR="0" lvl="0" indent="0" algn="l" rtl="0">
                <a:spcBef>
                  <a:spcPts val="0"/>
                </a:spcBef>
                <a:spcAft>
                  <a:spcPts val="0"/>
                </a:spcAft>
                <a:buNone/>
              </a:pPr>
              <a:endParaRPr sz="1800" b="0" strike="noStrike">
                <a:solidFill>
                  <a:srgbClr val="000000"/>
                </a:solidFill>
                <a:latin typeface="Arial"/>
                <a:ea typeface="Arial"/>
                <a:cs typeface="Arial"/>
                <a:sym typeface="Arial"/>
              </a:endParaRPr>
            </a:p>
          </p:txBody>
        </p:sp>
      </p:grpSp>
    </p:spTree>
    <p:extLst>
      <p:ext uri="{BB962C8B-B14F-4D97-AF65-F5344CB8AC3E}">
        <p14:creationId xmlns:p14="http://schemas.microsoft.com/office/powerpoint/2010/main" val="682775833"/>
      </p:ext>
    </p:extLst>
  </p:cSld>
  <p:clrMapOvr>
    <a:masterClrMapping/>
  </p:clrMapOvr>
</p:sld>
</file>

<file path=ppt/theme/theme1.xml><?xml version="1.0" encoding="utf-8"?>
<a:theme xmlns:a="http://schemas.openxmlformats.org/drawingml/2006/main" name="Bayesian Data Analysis - Master of Science in Biostatistics by Slidesgo">
  <a:themeElements>
    <a:clrScheme name="Simple Light">
      <a:dk1>
        <a:srgbClr val="2D3538"/>
      </a:dk1>
      <a:lt1>
        <a:srgbClr val="EDEEF3"/>
      </a:lt1>
      <a:dk2>
        <a:srgbClr val="3F4850"/>
      </a:dk2>
      <a:lt2>
        <a:srgbClr val="CDD1E0"/>
      </a:lt2>
      <a:accent1>
        <a:srgbClr val="2544D8"/>
      </a:accent1>
      <a:accent2>
        <a:srgbClr val="FFFFFF"/>
      </a:accent2>
      <a:accent3>
        <a:srgbClr val="FFFFFF"/>
      </a:accent3>
      <a:accent4>
        <a:srgbClr val="FFFFFF"/>
      </a:accent4>
      <a:accent5>
        <a:srgbClr val="FFFFFF"/>
      </a:accent5>
      <a:accent6>
        <a:srgbClr val="FFFFFF"/>
      </a:accent6>
      <a:hlink>
        <a:srgbClr val="2D35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TotalTime>
  <Words>600</Words>
  <Application>Microsoft Office PowerPoint</Application>
  <PresentationFormat>On-screen Show (16:9)</PresentationFormat>
  <Paragraphs>57</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Lato</vt:lpstr>
      <vt:lpstr>Outfit ExtraBold</vt:lpstr>
      <vt:lpstr>Arial</vt:lpstr>
      <vt:lpstr>Outfit</vt:lpstr>
      <vt:lpstr>Bayesian Data Analysis - Master of Science in Biostatistics by Slidesgo</vt:lpstr>
      <vt:lpstr>Olist 360°</vt:lpstr>
      <vt:lpstr>Introduction</vt:lpstr>
      <vt:lpstr>From Raw Marketplace Data to Executive Intelligence</vt:lpstr>
      <vt:lpstr>Data Consolidation, Granularity &amp; Sales Seasonality Exploration</vt:lpstr>
      <vt:lpstr>Feature Engineering &amp; Temporal Transformations for Supply Chain Visibility</vt:lpstr>
      <vt:lpstr>Bridging Qualitative and Quantitative Data via Text Optimization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Olist 360°</dc:title>
  <dc:creator>shado</dc:creator>
  <cp:lastModifiedBy>shado</cp:lastModifiedBy>
  <cp:revision>4</cp:revision>
  <dcterms:modified xsi:type="dcterms:W3CDTF">2026-07-18T23:26:58Z</dcterms:modified>
</cp:coreProperties>
</file>